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ink/ink1.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xml" ContentType="application/inkml+xml"/>
  <Override PartName="/ppt/ink/ink20.xml" ContentType="application/inkml+xml"/>
  <Override PartName="/ppt/ink/ink21.xml" ContentType="application/inkml+xml"/>
  <Override PartName="/ppt/ink/ink22.xml" ContentType="application/inkml+xml"/>
  <Override PartName="/ppt/ink/ink23.xml" ContentType="application/inkml+xml"/>
  <Override PartName="/ppt/ink/ink24.xml" ContentType="application/inkml+xml"/>
  <Override PartName="/ppt/ink/ink25.xml" ContentType="application/inkml+xml"/>
  <Override PartName="/ppt/ink/ink26.xml" ContentType="application/inkml+xml"/>
  <Override PartName="/ppt/ink/ink27.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6"/>
  </p:notesMasterIdLst>
  <p:sldIdLst>
    <p:sldId id="320" r:id="rId3"/>
    <p:sldId id="321" r:id="rId4"/>
    <p:sldId id="322" r:id="rId5"/>
    <p:sldId id="323" r:id="rId6"/>
    <p:sldId id="324" r:id="rId7"/>
    <p:sldId id="325" r:id="rId8"/>
    <p:sldId id="326" r:id="rId9"/>
    <p:sldId id="327" r:id="rId10"/>
    <p:sldId id="328" r:id="rId11"/>
    <p:sldId id="329" r:id="rId12"/>
    <p:sldId id="330" r:id="rId13"/>
    <p:sldId id="331" r:id="rId14"/>
    <p:sldId id="346" r:id="rId15"/>
    <p:sldId id="332" r:id="rId17"/>
    <p:sldId id="333" r:id="rId18"/>
    <p:sldId id="334" r:id="rId19"/>
    <p:sldId id="335" r:id="rId20"/>
    <p:sldId id="336" r:id="rId21"/>
    <p:sldId id="337" r:id="rId22"/>
    <p:sldId id="338" r:id="rId23"/>
    <p:sldId id="339" r:id="rId24"/>
    <p:sldId id="340" r:id="rId25"/>
    <p:sldId id="341" r:id="rId26"/>
    <p:sldId id="342" r:id="rId27"/>
    <p:sldId id="343" r:id="rId28"/>
    <p:sldId id="347" r:id="rId29"/>
    <p:sldId id="348" r:id="rId30"/>
    <p:sldId id="349" r:id="rId31"/>
    <p:sldId id="350" r:id="rId32"/>
    <p:sldId id="351" r:id="rId33"/>
    <p:sldId id="352" r:id="rId34"/>
    <p:sldId id="344" r:id="rId35"/>
    <p:sldId id="345" r:id="rId36"/>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45" userDrawn="1">
          <p15:clr>
            <a:srgbClr val="A4A3A4"/>
          </p15:clr>
        </p15:guide>
        <p15:guide id="2" pos="2903"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p:cViewPr varScale="1">
        <p:scale>
          <a:sx n="64" d="100"/>
          <a:sy n="64" d="100"/>
        </p:scale>
        <p:origin x="-1482" y="-102"/>
      </p:cViewPr>
      <p:guideLst>
        <p:guide orient="horz" pos="2145"/>
        <p:guide pos="2903"/>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9" Type="http://schemas.openxmlformats.org/officeDocument/2006/relationships/tableStyles" Target="tableStyles.xml"/><Relationship Id="rId38" Type="http://schemas.openxmlformats.org/officeDocument/2006/relationships/viewProps" Target="viewProps.xml"/><Relationship Id="rId37" Type="http://schemas.openxmlformats.org/officeDocument/2006/relationships/presProps" Target="presProps.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notesMaster" Target="notesMasters/notesMaster1.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ink/ink1.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4-11-17T17:16:02"/>
    </inkml:context>
    <inkml:brush xml:id="br0">
      <inkml:brushProperty name="width" value="0.0529169998168945" units="cm"/>
      <inkml:brushProperty name="height" value="0.0529169998168945" units="cm"/>
      <inkml:brushProperty name="color" value="#ff0000"/>
      <inkml:brushProperty name="fitToCurve" value="1"/>
    </inkml:brush>
  </inkml:definitions>
  <inkml:trace contextRef="#ctx0" brushRef="#br0">14412.000 11435.000</inkml:trace>
</inkml:ink>
</file>

<file path=ppt/ink/ink2.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4-11-17T17:16:02"/>
    </inkml:context>
    <inkml:brush xml:id="br0">
      <inkml:brushProperty name="width" value="0.0529169998168945" units="cm"/>
      <inkml:brushProperty name="height" value="0.0529169998168945" units="cm"/>
      <inkml:brushProperty name="color" value="#ff0000"/>
      <inkml:brushProperty name="fitToCurve" value="1"/>
    </inkml:brush>
  </inkml:definitions>
  <inkml:trace contextRef="#ctx0" brushRef="#br0">11551.000 9442.000,'21.000'16.000</inkml:trace>
</inkml:ink>
</file>

<file path=ppt/ink/ink3.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4-11-17T17:16:02"/>
    </inkml:context>
    <inkml:brush xml:id="br0">
      <inkml:brushProperty name="width" value="0.0529169998168945" units="cm"/>
      <inkml:brushProperty name="height" value="0.0529169998168945" units="cm"/>
      <inkml:brushProperty name="color" value="#ff0000"/>
      <inkml:brushProperty name="fitToCurve" value="1"/>
    </inkml:brush>
  </inkml:definitions>
  <inkml:trace contextRef="#ctx0" brushRef="#br0">21166.000 3826.000,'2.000'-3.000,"-2.000"2.000,0.000 1.000,0.000 0.000,0.000 0.000,0.000 0.000,0.000 0.000,0.000 0.000,0.000 0.000,0.000 0.000,0.000 0.000,-2.000-1.000,-2.000 0.000</inkml:trace>
</inkml:ink>
</file>

<file path=ppt/ink/ink4.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4-11-17T17:16:02"/>
    </inkml:context>
    <inkml:brush xml:id="br0">
      <inkml:brushProperty name="width" value="0.0529169998168945" units="cm"/>
      <inkml:brushProperty name="height" value="0.0529169998168945" units="cm"/>
      <inkml:brushProperty name="color" value="#ff0000"/>
      <inkml:brushProperty name="fitToCurve" value="1"/>
    </inkml:brush>
  </inkml:definitions>
  <inkml:trace contextRef="#ctx0" brushRef="#br0">18655.000 15584.000,'-8.000'-7.000,"2.000"0.000,0.000 0.000,-3.000 0.000,3.000 0.000,0.000 2.000,2.000 1.000,0.000-1.000,0.000 1.000,-1.000 1.000,1.000-1.000,0.000 1.000</inkml:trace>
</inkml:ink>
</file>

<file path=ppt/ink/ink5.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4-11-17T17:16:02"/>
    </inkml:context>
    <inkml:brush xml:id="br0">
      <inkml:brushProperty name="width" value="0.0529169998168945" units="cm"/>
      <inkml:brushProperty name="height" value="0.0529169998168945" units="cm"/>
      <inkml:brushProperty name="color" value="#ff0000"/>
      <inkml:brushProperty name="fitToCurve" value="1"/>
    </inkml:brush>
  </inkml:definitions>
  <inkml:trace contextRef="#ctx0" brushRef="#br0">11210.000 11567.000,'-13.000'-4.000,"1.000"-1.000,2.000 0.000</inkml:trace>
</inkml:ink>
</file>

<file path=ppt/ink/ink6.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4-11-17T17:16:02"/>
    </inkml:context>
    <inkml:brush xml:id="br0">
      <inkml:brushProperty name="width" value="0.0529169998168945" units="cm"/>
      <inkml:brushProperty name="height" value="0.0529169998168945" units="cm"/>
      <inkml:brushProperty name="color" value="#ff0000"/>
      <inkml:brushProperty name="fitToCurve" value="1"/>
    </inkml:brush>
  </inkml:definitions>
  <inkml:trace contextRef="#ctx0" brushRef="#br0">7311.000 12871.000,'4.000'-1.000,"5.000"1.000,-1.000-1.000,-2.000-1.000,2.000 1.000,5.000 0.000,-3.000 0.000,3.000-1.000,-1.000 0.000,3.000 0.000,1.000 0.000,1.000-1.000,-1.000 0.000,3.000 1.000,-1.000-1.000,20.000-4.000,-3.000 2.000,-4.000 0.000,-2.000 1.000,0.000 0.000,-7.000-1.000,1.000 0.000,0.000 4.000,-2.000-1.000,-3.000 2.000,-1.000 0.000,-3.000 1.000,-1.000 0.000,-3.000 0.000,-2.000 2.000,3.000-2.000,-3.000 1.000,-2.000-1.000,0.000 2.000,1.000 0.000,-1.000 0.000,-2.000 0.000,0.000-2.000,-2.000 0.000,2.000 1.000,0.000-1.000,-2.000 0.000,3.000 1.000,-3.000-2.000,2.000 1.000,-2.000-1.000,0.000 2.000,0.000-2.000,0.000 0.000,0.000 0.000,0.000 0.000,0.000 0.000,0.000 0.000,0.000 0.000,3.000 1.000,-3.000-1.000,0.000 1.000,0.000 0.000,0.000 0.000,0.000 0.000,-2.000 1.000,2.000-1.000</inkml:trace>
</inkml:ink>
</file>

<file path=ppt/ink/ink7.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4-11-17T17:16:02"/>
    </inkml:context>
    <inkml:brush xml:id="br0">
      <inkml:brushProperty name="width" value="0.0529169998168945" units="cm"/>
      <inkml:brushProperty name="height" value="0.0529169998168945" units="cm"/>
      <inkml:brushProperty name="color" value="#ff0000"/>
      <inkml:brushProperty name="fitToCurve" value="1"/>
    </inkml:brush>
  </inkml:definitions>
  <inkml:trace contextRef="#ctx0" brushRef="#br0">23017.000 6566.000</inkml:trace>
</inkml:ink>
</file>

<file path=ppt/ink/ink8.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4-11-17T17:16:02"/>
    </inkml:context>
    <inkml:brush xml:id="br0">
      <inkml:brushProperty name="width" value="0.0529169998168945" units="cm"/>
      <inkml:brushProperty name="height" value="0.0529169998168945" units="cm"/>
      <inkml:brushProperty name="color" value="#ff0000"/>
      <inkml:brushProperty name="fitToCurve" value="1"/>
    </inkml:brush>
  </inkml:definitions>
  <inkml:trace contextRef="#ctx0" brushRef="#br0">21094.000 7124.000,'2.000'-2.000,"0.000"1.000,0.000 2.000,2.000-2.000,0.000-1.000,2.000 0.000,3.000-1.000,-1.000-3.000,2.000 0.000,1.000-2.000,1.000 0.000,5.000-1.000,-3.000 1.000,1.000-1.000,3.000 0.000</inkml:trace>
</inkml:ink>
</file>

<file path=ppt/ink/ink9.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4-11-17T17:16:02"/>
    </inkml:context>
    <inkml:brush xml:id="br0">
      <inkml:brushProperty name="width" value="0.0529169998168945" units="cm"/>
      <inkml:brushProperty name="height" value="0.0529169998168945" units="cm"/>
      <inkml:brushProperty name="color" value="#ff0000"/>
      <inkml:brushProperty name="fitToCurve" value="1"/>
    </inkml:brush>
  </inkml:definitions>
  <inkml:trace contextRef="#ctx0" brushRef="#br0">24380.000 5598.000,'2.000'-4.000,"0.000"1.000,2.000-2.000,1.000 2.000,-1.000-2.000,2.000-1.000,2.000 0.000,0.000 2.000,1.000-2.000,-1.000 0.000,2.000 1.000,-1.000 0.000,-1.000 0.000,0.000-1.000,-2.000 1.000</inkml:trace>
</inkml:ink>
</file>

<file path=ppt/ink/ink10.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4-11-17T17:16:02"/>
    </inkml:context>
    <inkml:brush xml:id="br0">
      <inkml:brushProperty name="width" value="0.0529169998168945" units="cm"/>
      <inkml:brushProperty name="height" value="0.0529169998168945" units="cm"/>
      <inkml:brushProperty name="color" value="#ff0000"/>
      <inkml:brushProperty name="fitToCurve" value="1"/>
    </inkml:brush>
  </inkml:definitions>
  <inkml:trace contextRef="#ctx0" brushRef="#br0">21962.000 4477.000,'-2.000'2.000,"0.000"0.000,0.000 1.000</inkml:trace>
</inkml:ink>
</file>

<file path=ppt/ink/ink11.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4-11-17T17:16:02"/>
    </inkml:context>
    <inkml:brush xml:id="br0">
      <inkml:brushProperty name="width" value="0.0529169998168945" units="cm"/>
      <inkml:brushProperty name="height" value="0.0529169998168945" units="cm"/>
      <inkml:brushProperty name="color" value="#ff0000"/>
      <inkml:brushProperty name="fitToCurve" value="1"/>
    </inkml:brush>
  </inkml:definitions>
  <inkml:trace contextRef="#ctx0" brushRef="#br0">23313.000 11292.000,'0.000'0.000,"0.000"0.000,0.000 0.000,0.000 0.000,0.000 0.000,0.000 0.000</inkml:trace>
</inkml:ink>
</file>

<file path=ppt/ink/ink12.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4-11-17T17:16:02"/>
    </inkml:context>
    <inkml:brush xml:id="br0">
      <inkml:brushProperty name="width" value="0.0529169998168945" units="cm"/>
      <inkml:brushProperty name="height" value="0.0529169998168945" units="cm"/>
      <inkml:brushProperty name="color" value="#ff0000"/>
      <inkml:brushProperty name="fitToCurve" value="1"/>
    </inkml:brush>
  </inkml:definitions>
  <inkml:trace contextRef="#ctx0" brushRef="#br0">25445.000 11197.000,'-8.000'15.000,"-4.000"-3.000</inkml:trace>
</inkml:ink>
</file>

<file path=ppt/ink/ink13.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4-11-17T17:16:02"/>
    </inkml:context>
    <inkml:brush xml:id="br0">
      <inkml:brushProperty name="width" value="0.0529169998168945" units="cm"/>
      <inkml:brushProperty name="height" value="0.0529169998168945" units="cm"/>
      <inkml:brushProperty name="color" value="#ff0000"/>
      <inkml:brushProperty name="fitToCurve" value="1"/>
    </inkml:brush>
  </inkml:definitions>
  <inkml:trace contextRef="#ctx0" brushRef="#br0">15454.000 16513.000,'0.000'0.000,"0.000"0.000,0.000 0.000,-2.000 0.000</inkml:trace>
</inkml:ink>
</file>

<file path=ppt/ink/ink14.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4-11-17T17:16:02"/>
    </inkml:context>
    <inkml:brush xml:id="br0">
      <inkml:brushProperty name="width" value="0.0529169998168945" units="cm"/>
      <inkml:brushProperty name="height" value="0.0529169998168945" units="cm"/>
      <inkml:brushProperty name="color" value="#ff0000"/>
      <inkml:brushProperty name="fitToCurve" value="1"/>
    </inkml:brush>
  </inkml:definitions>
  <inkml:trace contextRef="#ctx0" brushRef="#br0">7777.000 12574.000</inkml:trace>
</inkml:ink>
</file>

<file path=ppt/ink/ink15.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4-11-17T17:16:02"/>
    </inkml:context>
    <inkml:brush xml:id="br0">
      <inkml:brushProperty name="width" value="0.0529169998168945" units="cm"/>
      <inkml:brushProperty name="height" value="0.0529169998168945" units="cm"/>
      <inkml:brushProperty name="color" value="#ff0000"/>
      <inkml:brushProperty name="fitToCurve" value="1"/>
    </inkml:brush>
    <inkml:brush xml:id="br1">
      <inkml:brushProperty name="width" value="0.0529169998168945" units="cm"/>
      <inkml:brushProperty name="height" value="0.0529169998168945" units="cm"/>
      <inkml:brushProperty name="color" value="#ff0000"/>
      <inkml:brushProperty name="fitToCurve" value="1"/>
    </inkml:brush>
    <inkml:brush xml:id="br2">
      <inkml:brushProperty name="width" value="0.0529169998168945" units="cm"/>
      <inkml:brushProperty name="height" value="0.0529169998168945" units="cm"/>
      <inkml:brushProperty name="color" value="#ff0000"/>
      <inkml:brushProperty name="fitToCurve" value="1"/>
    </inkml:brush>
  </inkml:definitions>
  <inkml:trace contextRef="#ctx0" brushRef="#br0">19996.000 2198.000,'0.000'0.000,"0.000"0.000,0.000 0.000,0.000 0.000,0.000 0.000</inkml:trace>
  <inkml:trace contextRef="#ctx0" brushRef="#br1">14955.000 2550.000,'0.000'0.000,"0.000"0.000,0.000 0.000</inkml:trace>
  <inkml:trace contextRef="#ctx0" brushRef="#br2">14999.000 2552.000,'0.000'0.000,"0.000"0.000,0.000 0.000,0.000 0.000,0.000 0.000,0.000 0.000,0.000 0.000,0.000 0.000,0.000 0.000,0.000 0.000,0.000 0.000,0.000 0.000,0.000 0.000,0.000 0.000,0.000 0.000,0.000 0.000</inkml:trace>
</inkml:ink>
</file>

<file path=ppt/ink/ink16.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4-11-17T17:16:02"/>
    </inkml:context>
    <inkml:brush xml:id="br0">
      <inkml:brushProperty name="width" value="0.0529169998168945" units="cm"/>
      <inkml:brushProperty name="height" value="0.0529169998168945" units="cm"/>
      <inkml:brushProperty name="color" value="#ff0000"/>
      <inkml:brushProperty name="fitToCurve" value="1"/>
    </inkml:brush>
    <inkml:brush xml:id="br1">
      <inkml:brushProperty name="width" value="0.0529169998168945" units="cm"/>
      <inkml:brushProperty name="height" value="0.0529169998168945" units="cm"/>
      <inkml:brushProperty name="color" value="#ff0000"/>
      <inkml:brushProperty name="fitToCurve" value="1"/>
    </inkml:brush>
    <inkml:brush xml:id="br2">
      <inkml:brushProperty name="width" value="0.0529169998168945" units="cm"/>
      <inkml:brushProperty name="height" value="0.0529169998168945" units="cm"/>
      <inkml:brushProperty name="color" value="#ff0000"/>
      <inkml:brushProperty name="fitToCurve" value="1"/>
    </inkml:brush>
    <inkml:brush xml:id="br3">
      <inkml:brushProperty name="width" value="0.0529169998168945" units="cm"/>
      <inkml:brushProperty name="height" value="0.0529169998168945" units="cm"/>
      <inkml:brushProperty name="color" value="#ff0000"/>
      <inkml:brushProperty name="fitToCurve" value="1"/>
    </inkml:brush>
  </inkml:definitions>
  <inkml:trace contextRef="#ctx0" brushRef="#br0">5458.000 13800.000,'0.000'0.000</inkml:trace>
  <inkml:trace contextRef="#ctx0" brushRef="#br1">5711.000 13530.000,'0.000'0.000</inkml:trace>
  <inkml:trace contextRef="#ctx0" brushRef="#br2">4774.000 14131.000,'0.000'0.000,"0.000"0.000,0.000 0.000,0.000 0.000</inkml:trace>
  <inkml:trace contextRef="#ctx0" brushRef="#br3">3661.000 12145.000,'-4.000'-1.000,"2.000"0.000</inkml:trace>
</inkml:ink>
</file>

<file path=ppt/ink/ink17.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4-11-17T17:16:02"/>
    </inkml:context>
    <inkml:brush xml:id="br0">
      <inkml:brushProperty name="width" value="0.0529169998168945" units="cm"/>
      <inkml:brushProperty name="height" value="0.0529169998168945" units="cm"/>
      <inkml:brushProperty name="color" value="#ff0000"/>
      <inkml:brushProperty name="fitToCurve" value="1"/>
    </inkml:brush>
  </inkml:definitions>
  <inkml:trace contextRef="#ctx0" brushRef="#br0">15226.000 3449.000</inkml:trace>
</inkml:ink>
</file>

<file path=ppt/ink/ink18.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4-11-17T17:16:02"/>
    </inkml:context>
    <inkml:brush xml:id="br0">
      <inkml:brushProperty name="width" value="0.0529169998168945" units="cm"/>
      <inkml:brushProperty name="height" value="0.0529169998168945" units="cm"/>
      <inkml:brushProperty name="color" value="#ff0000"/>
      <inkml:brushProperty name="fitToCurve" value="1"/>
    </inkml:brush>
  </inkml:definitions>
  <inkml:trace contextRef="#ctx0" brushRef="#br0">9031.000 14120.000,'0.000'0.000,"0.000"0.000,0.000 0.000,0.000 0.000,0.000 0.000,0.000 0.000,2.000-1.000,0.000 1.000,-2.000-2.000,5.000 0.000,-3.000 0.000,0.000 1.000,2.000-2.000,-2.000 1.000,0.000 1.000,0.000-2.000,0.000 2.000,0.000 0.000,2.000 0.000,-2.000-1.000,0.000 1.000,3.000-1.000,-3.000 0.000,0.000 1.000,2.000 0.000,-2.000-2.000,0.000 2.000,0.000 0.000,0.000 0.000,0.000-1.000,2.000 0.000,-2.000 1.000,2.000-1.000,-1.000 1.000,1.000 1.000,-2.000-1.000,0.000-1.000,0.000 1.000,0.000 1.000,0.000-1.000,2.000 0.000,-2.000 1.000,0.000-1.000,2.000 1.000,-1.000-1.000,1.000-1.000,-2.000 1.000,0.000 1.000,0.000-1.000,0.000 1.000,0.000-1.000,0.000 0.000,0.000 1.000,0.000 0.000,0.000 0.000,0.000 0.000,-2.000 0.000,2.000 0.000,-2.000-1.000,2.000 1.000,-2.000 0.000,0.000-2.000,0.000 2.000,0.000-1.000,3.000 1.000,-3.000 0.000,0.000-1.000,0.000 2.000,0.000-1.000,2.000 0.000,-2.000 0.000,0.000 0.000,0.000 0.000,0.000 0.000,-2.000 0.000,4.000 0.000,-2.000 0.000,0.000 0.000,2.000 1.000,-2.000-1.000,0.000-1.000,0.000 1.000,0.000 0.000,0.000 0.000,0.000 0.000,0.000 0.000,0.000 0.000,0.000 0.000,0.000 0.000,0.000 0.000,0.000 0.000,0.000 0.000,0.000 0.000,0.000 0.000,0.000 0.000,0.000 0.000,0.000 0.000,0.000 0.000,0.000 0.000,0.000 0.000,-2.000 0.000,2.000 0.000,0.000 0.000</inkml:trace>
</inkml:ink>
</file>

<file path=ppt/ink/ink19.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4-11-17T17:16:02"/>
    </inkml:context>
    <inkml:brush xml:id="br0">
      <inkml:brushProperty name="width" value="0.0529169998168945" units="cm"/>
      <inkml:brushProperty name="height" value="0.0529169998168945" units="cm"/>
      <inkml:brushProperty name="color" value="#ff0000"/>
      <inkml:brushProperty name="fitToCurve" value="1"/>
    </inkml:brush>
    <inkml:brush xml:id="br1">
      <inkml:brushProperty name="width" value="0.0529169998168945" units="cm"/>
      <inkml:brushProperty name="height" value="0.0529169998168945" units="cm"/>
      <inkml:brushProperty name="color" value="#ff0000"/>
      <inkml:brushProperty name="fitToCurve" value="1"/>
    </inkml:brush>
  </inkml:definitions>
  <inkml:trace contextRef="#ctx0" brushRef="#br0">11127.000 3352.000,'0.000'0.000,"2.000"1.000</inkml:trace>
  <inkml:trace contextRef="#ctx0" brushRef="#br1">8922.000 3786.000,'0.000'0.000,"0.000"0.000,0.000 0.000</inkml:trace>
</inkml:ink>
</file>

<file path=ppt/ink/ink20.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4-11-17T17:16:02"/>
    </inkml:context>
    <inkml:brush xml:id="br0">
      <inkml:brushProperty name="width" value="0.0529169998168945" units="cm"/>
      <inkml:brushProperty name="height" value="0.0529169998168945" units="cm"/>
      <inkml:brushProperty name="color" value="#ff0000"/>
      <inkml:brushProperty name="fitToCurve" value="1"/>
    </inkml:brush>
  </inkml:definitions>
  <inkml:trace contextRef="#ctx0" brushRef="#br0">7084.000 4080.000,'0.000'-2.000,"-2.000"1.000,0.000-2.000,4.000 2.000,-4.000 0.000,2.000-1.000,0.000 1.000,2.000 1.000,-2.000 0.000,0.000-2.000,0.000 2.000,2.000-1.000,-2.000 0.000,0.000 0.000,0.000 1.000,0.000 0.000,2.000 0.000,-2.000 0.000,0.000 0.000,0.000 0.000,2.000 0.000,-2.000 0.000,0.000 0.000,0.000-1.000,2.000 1.000,-2.000 0.000,0.000 0.000,0.000 0.000,2.000 1.000,-4.000-1.000,4.000 0.000,-2.000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1.000,0.000 0.000,-2.000-1.000,2.000 1.000,0.000-1.000,0.000 0.000,0.000 0.000,0.000 2.000,0.000-2.000,0.000 1.000,0.000-1.000,0.000 0.000,0.000 0.000,0.000 0.000,0.000 0.000,0.000 1.000,0.000-1.000,0.000 0.000,0.000 0.000,-2.000 0.000,2.000 0.000,0.000 0.000,0.000-1.000,2.000 1.000,-2.000 0.000,0.000 0.000,0.000 0.000,0.000 0.000,0.000 0.000,-2.000 0.000,2.000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0.000,2.000 0.000,-2.000-1.000</inkml:trace>
</inkml:ink>
</file>

<file path=ppt/ink/ink21.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4-11-17T17:16:02"/>
    </inkml:context>
    <inkml:brush xml:id="br0">
      <inkml:brushProperty name="width" value="0.0529169998168945" units="cm"/>
      <inkml:brushProperty name="height" value="0.0529169998168945" units="cm"/>
      <inkml:brushProperty name="color" value="#ff0000"/>
      <inkml:brushProperty name="fitToCurve" value="1"/>
    </inkml:brush>
  </inkml:definitions>
  <inkml:trace contextRef="#ctx0" brushRef="#br0">12889.000 12907.000,'0.000'-4.000,"2.000"2.000</inkml:trace>
</inkml:ink>
</file>

<file path=ppt/ink/ink22.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4-11-17T17:16:02"/>
    </inkml:context>
    <inkml:brush xml:id="br0">
      <inkml:brushProperty name="width" value="0.0529169998168945" units="cm"/>
      <inkml:brushProperty name="height" value="0.0529169998168945" units="cm"/>
      <inkml:brushProperty name="color" value="#ff0000"/>
      <inkml:brushProperty name="fitToCurve" value="1"/>
    </inkml:brush>
  </inkml:definitions>
  <inkml:trace contextRef="#ctx0" brushRef="#br0">15592.000 15948.000,'-2.000'-4.000,"2.000"4.000,2.000 0.000,-2.000-1.000,2.000 0.000,1.000-1.000,-1.000 0.000,4.000 0.000,-4.000-1.000,2.000 0.000,0.000 0.000,0.000-2.000,0.000 2.000</inkml:trace>
</inkml:ink>
</file>

<file path=ppt/ink/ink23.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4-11-17T17:16:02"/>
    </inkml:context>
    <inkml:brush xml:id="br0">
      <inkml:brushProperty name="width" value="0.0529169998168945" units="cm"/>
      <inkml:brushProperty name="height" value="0.0529169998168945" units="cm"/>
      <inkml:brushProperty name="color" value="#ff0000"/>
      <inkml:brushProperty name="fitToCurve" value="1"/>
    </inkml:brush>
    <inkml:brush xml:id="br1">
      <inkml:brushProperty name="width" value="0.0529169998168945" units="cm"/>
      <inkml:brushProperty name="height" value="0.0529169998168945" units="cm"/>
      <inkml:brushProperty name="color" value="#ff0000"/>
      <inkml:brushProperty name="fitToCurve" value="1"/>
    </inkml:brush>
  </inkml:definitions>
  <inkml:trace contextRef="#ctx0" brushRef="#br0">9260.000 17822.000,'0.000'0.000,"0.000"0.000,0.000 0.000,0.000 0.000,0.000 0.000,2.000-5.000,2.000 0.000,0.000 1.000,0.000 1.000,2.000-3.000,0.000-1.000,1.000 1.000,-1.000-1.000,2.000-1.000,0.000-1.000,3.000-2.000,1.000 1.000,-2.000-1.000,3.000-2.000,1.000-1.000,1.000 2.000,-1.000-2.000,3.000 0.000,-1.000-1.000,-1.000 0.000,4.000-1.000,-3.000 1.000,3.000-1.000,-3.000 1.000,1.000 0.000,-1.000 1.000</inkml:trace>
  <inkml:trace contextRef="#ctx0" brushRef="#br1">9750.000 17379.000,'2.000'-2.000,"2.000"-2.000,-2.000 3.000,0.000-1.000,0.000-1.000,0.000 0.000,0.000 1.000,0.000-1.000,0.000 1.000,0.000 0.000,1.000-1.000,-1.000 2.000,0.000-2.000,-2.000 0.000,2.000 1.000,0.000 0.000,0.000-2.000,0.000 1.000,0.000 0.000,0.000 0.000,0.000-1.000,0.000 1.000,0.000 1.000,0.000-2.000,0.000-1.000,0.000 2.000,1.000-1.000,-1.000 1.000,0.000 1.000,0.000-3.000,0.000 0.000,-2.000 0.000,2.000-1.000</inkml:trace>
</inkml:ink>
</file>

<file path=ppt/ink/ink24.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4-11-17T17:16:02"/>
    </inkml:context>
    <inkml:brush xml:id="br0">
      <inkml:brushProperty name="width" value="0.0529169998168945" units="cm"/>
      <inkml:brushProperty name="height" value="0.0529169998168945" units="cm"/>
      <inkml:brushProperty name="color" value="#ff0000"/>
      <inkml:brushProperty name="fitToCurve" value="1"/>
    </inkml:brush>
  </inkml:definitions>
  <inkml:trace contextRef="#ctx0" brushRef="#br0">12271.000 8287.000</inkml:trace>
</inkml:ink>
</file>

<file path=ppt/ink/ink25.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4-11-17T17:16:02"/>
    </inkml:context>
    <inkml:brush xml:id="br0">
      <inkml:brushProperty name="width" value="0.0529169998168945" units="cm"/>
      <inkml:brushProperty name="height" value="0.0529169998168945" units="cm"/>
      <inkml:brushProperty name="color" value="#ff0000"/>
      <inkml:brushProperty name="fitToCurve" value="1"/>
    </inkml:brush>
  </inkml:definitions>
  <inkml:trace contextRef="#ctx0" brushRef="#br0">17057.000 2238.000,'4.000'0.000,"-2.000"-1.000,2.000 1.000,0.000 0.000,-2.000-1.000,2.000 1.000,-2.000 0.000,0.000 0.000,-2.000 0.000,3.000 0.000,-3.000 0.000,0.000 0.000,0.000 0.000,-5.000-1.000,3.000 1.000,0.000 0.000,-2.000-1.000,0.000 1.000,-2.000-1.000,0.000 1.000,-1.000-2.000,1.000 2.000,0.000-1.000,0.000 1.000,2.000-1.000,-1.000 1.000,1.000-1.000,2.000 1.000,0.000-1.000,2.000 1.000,0.000 0.000</inkml:trace>
</inkml:ink>
</file>

<file path=ppt/ink/ink26.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4-11-17T17:16:02"/>
    </inkml:context>
    <inkml:brush xml:id="br0">
      <inkml:brushProperty name="width" value="0.0529169998168945" units="cm"/>
      <inkml:brushProperty name="height" value="0.0529169998168945" units="cm"/>
      <inkml:brushProperty name="color" value="#ff0000"/>
      <inkml:brushProperty name="fitToCurve" value="1"/>
    </inkml:brush>
  </inkml:definitions>
  <inkml:trace contextRef="#ctx0" brushRef="#br0">11979.000 10502.000,'0.000'-2.000,"4.000"-4.000</inkml:trace>
</inkml:ink>
</file>

<file path=ppt/ink/ink27.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4-11-17T17:16:02"/>
    </inkml:context>
    <inkml:brush xml:id="br0">
      <inkml:brushProperty name="width" value="0.0529169998168945" units="cm"/>
      <inkml:brushProperty name="height" value="0.0529169998168945" units="cm"/>
      <inkml:brushProperty name="color" value="#ff0000"/>
      <inkml:brushProperty name="fitToCurve" value="1"/>
    </inkml:brush>
  </inkml:definitions>
  <inkml:trace contextRef="#ctx0" brushRef="#br0">13878.000 14716.000,'-2.000'0.000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9170D3D8-FE8C-4948-89FA-4A31366A4612}" type="datetimeFigureOut">
              <a:rPr lang="en-US" smtClean="0"/>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4CB87A72-AE6E-4F97-A386-96D2D976BC45}"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5674ED9-745F-4B40-A9C6-03AEE5B8ECEC}"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67BDE92-96A6-471A-9FB7-29D1BE3A80D9}" type="slidenum">
              <a:rPr lang="en-US" smtClean="0"/>
            </a:fld>
            <a:endParaRPr lang="en-US"/>
          </a:p>
        </p:txBody>
      </p:sp>
    </p:spTree>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15674ED9-745F-4B40-A9C6-03AEE5B8ECEC}"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67BDE92-96A6-471A-9FB7-29D1BE3A80D9}" type="slidenum">
              <a:rPr lang="en-US" smtClean="0"/>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linds(horizontal)">
                                      <p:cBhvr>
                                        <p:cTn id="12" dur="500"/>
                                        <p:tgtEl>
                                          <p:spTgt spid="3">
                                            <p:txEl>
                                              <p:pRg st="1" end="1"/>
                                            </p:txEl>
                                          </p:spTgt>
                                        </p:tgtEl>
                                      </p:cBhvr>
                                    </p:animEffect>
                                  </p:childTnLst>
                                </p:cTn>
                              </p:par>
                              <p:par>
                                <p:cTn id="13" presetID="3" presetClass="entr" presetSubtype="10" fill="hold" grpId="0"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blinds(horizontal)">
                                      <p:cBhvr>
                                        <p:cTn id="15" dur="500"/>
                                        <p:tgtEl>
                                          <p:spTgt spid="3">
                                            <p:txEl>
                                              <p:pRg st="2" end="2"/>
                                            </p:txEl>
                                          </p:spTgt>
                                        </p:tgtEl>
                                      </p:cBhvr>
                                    </p:animEffect>
                                  </p:childTnLst>
                                </p:cTn>
                              </p:par>
                              <p:par>
                                <p:cTn id="16" presetID="3" presetClass="entr" presetSubtype="10" fill="hold" grpId="0" nodeType="withEffect">
                                  <p:stCondLst>
                                    <p:cond delay="0"/>
                                  </p:stCondLst>
                                  <p:childTnLst>
                                    <p:set>
                                      <p:cBhvr>
                                        <p:cTn id="17" dur="1" fill="hold">
                                          <p:stCondLst>
                                            <p:cond delay="0"/>
                                          </p:stCondLst>
                                        </p:cTn>
                                        <p:tgtEl>
                                          <p:spTgt spid="3">
                                            <p:txEl>
                                              <p:pRg st="3" end="3"/>
                                            </p:txEl>
                                          </p:spTgt>
                                        </p:tgtEl>
                                        <p:attrNameLst>
                                          <p:attrName>style.visibility</p:attrName>
                                        </p:attrNameLst>
                                      </p:cBhvr>
                                      <p:to>
                                        <p:strVal val="visible"/>
                                      </p:to>
                                    </p:set>
                                    <p:animEffect transition="in" filter="blinds(horizontal)">
                                      <p:cBhvr>
                                        <p:cTn id="18" dur="500"/>
                                        <p:tgtEl>
                                          <p:spTgt spid="3">
                                            <p:txEl>
                                              <p:pRg st="3" end="3"/>
                                            </p:txEl>
                                          </p:spTgt>
                                        </p:tgtEl>
                                      </p:cBhvr>
                                    </p:animEffect>
                                  </p:childTnLst>
                                </p:cTn>
                              </p:par>
                              <p:par>
                                <p:cTn id="19" presetID="3" presetClass="entr" presetSubtype="10" fill="hold" grpId="0" nodeType="with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animEffect transition="in" filter="blinds(horizontal)">
                                      <p:cBhvr>
                                        <p:cTn id="21"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tmplLst>
          <p:tmpl lvl="1">
            <p:tnLst>
              <p:par>
                <p:cTn presetID="3" presetClass="entr" presetSubtype="1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blinds(horizontal)">
                      <p:cBhvr>
                        <p:cTn dur="500"/>
                        <p:tgtEl>
                          <p:spTgt spid="3"/>
                        </p:tgtEl>
                      </p:cBhvr>
                    </p:animEffect>
                  </p:childTnLst>
                </p:cTn>
              </p:par>
            </p:tnLst>
          </p:tmpl>
          <p:tmpl lvl="2">
            <p:tnLst>
              <p:par>
                <p:cTn presetID="3" presetClass="entr" presetSubtype="1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blinds(horizontal)">
                      <p:cBhvr>
                        <p:cTn dur="500"/>
                        <p:tgtEl>
                          <p:spTgt spid="3"/>
                        </p:tgtEl>
                      </p:cBhvr>
                    </p:animEffect>
                  </p:childTnLst>
                </p:cTn>
              </p:par>
            </p:tnLst>
          </p:tmpl>
          <p:tmpl lvl="3">
            <p:tnLst>
              <p:par>
                <p:cTn presetID="3" presetClass="entr" presetSubtype="10" fill="hold" nodeType="with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blinds(horizontal)">
                      <p:cBhvr>
                        <p:cTn dur="500"/>
                        <p:tgtEl>
                          <p:spTgt spid="3"/>
                        </p:tgtEl>
                      </p:cBhvr>
                    </p:animEffect>
                  </p:childTnLst>
                </p:cTn>
              </p:par>
            </p:tnLst>
          </p:tmpl>
          <p:tmpl lvl="4">
            <p:tnLst>
              <p:par>
                <p:cTn presetID="3" presetClass="entr" presetSubtype="10" fill="hold" nodeType="with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blinds(horizontal)">
                      <p:cBhvr>
                        <p:cTn dur="500"/>
                        <p:tgtEl>
                          <p:spTgt spid="3"/>
                        </p:tgtEl>
                      </p:cBhvr>
                    </p:animEffect>
                  </p:childTnLst>
                </p:cTn>
              </p:par>
            </p:tnLst>
          </p:tmpl>
          <p:tmpl lvl="5">
            <p:tnLst>
              <p:par>
                <p:cTn presetID="3" presetClass="entr" presetSubtype="10" fill="hold" nodeType="with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blinds(horizontal)">
                      <p:cBhvr>
                        <p:cTn dur="500"/>
                        <p:tgtEl>
                          <p:spTgt spid="3"/>
                        </p:tgtEl>
                      </p:cBhvr>
                    </p:animEffect>
                  </p:childTnLst>
                </p:cTn>
              </p:par>
            </p:tnLst>
          </p:tmpl>
        </p:tmplLst>
      </p:bldP>
    </p:bld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15674ED9-745F-4B40-A9C6-03AEE5B8ECEC}"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67BDE92-96A6-471A-9FB7-29D1BE3A80D9}"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15674ED9-745F-4B40-A9C6-03AEE5B8ECEC}"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67BDE92-96A6-471A-9FB7-29D1BE3A80D9}"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15674ED9-745F-4B40-A9C6-03AEE5B8ECEC}"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667BDE92-96A6-471A-9FB7-29D1BE3A80D9}"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5674ED9-745F-4B40-A9C6-03AEE5B8ECEC}"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667BDE92-96A6-471A-9FB7-29D1BE3A80D9}"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5674ED9-745F-4B40-A9C6-03AEE5B8ECEC}"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667BDE92-96A6-471A-9FB7-29D1BE3A80D9}"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15674ED9-745F-4B40-A9C6-03AEE5B8ECEC}"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67BDE92-96A6-471A-9FB7-29D1BE3A80D9}"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15674ED9-745F-4B40-A9C6-03AEE5B8ECEC}"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67BDE92-96A6-471A-9FB7-29D1BE3A80D9}"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15674ED9-745F-4B40-A9C6-03AEE5B8ECEC}"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67BDE92-96A6-471A-9FB7-29D1BE3A80D9}"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15674ED9-745F-4B40-A9C6-03AEE5B8ECEC}"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67BDE92-96A6-471A-9FB7-29D1BE3A80D9}" type="slidenum">
              <a:rPr lang="en-US" smtClean="0"/>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2" name="标题 1"/>
          <p:cNvSpPr>
            <a:spLocks noGrp="1"/>
          </p:cNvSpPr>
          <p:nvPr>
            <p:ph type="title" hasCustomPrompt="1"/>
            <p:custDataLst>
              <p:tags r:id="rId2"/>
            </p:custDataLst>
          </p:nvPr>
        </p:nvSpPr>
        <p:spPr/>
        <p:txBody>
          <a:bodyPr/>
          <a:lstStyle>
            <a:lvl1pPr algn="ctr">
              <a:defRPr sz="2400">
                <a:solidFill>
                  <a:srgbClr val="333333"/>
                </a:solidFill>
              </a:defRPr>
            </a:lvl1pPr>
          </a:lstStyle>
          <a:p>
            <a:r>
              <a:rPr lang="en-US"/>
              <a:t>Click to add title</a:t>
            </a:r>
            <a:endParaRPr lang="en-US"/>
          </a:p>
        </p:txBody>
      </p:sp>
      <p:sp>
        <p:nvSpPr>
          <p:cNvPr id="3" name="日期占位符 2"/>
          <p:cNvSpPr>
            <a:spLocks noGrp="1"/>
          </p:cNvSpPr>
          <p:nvPr>
            <p:ph type="dt" sz="half" idx="10"/>
            <p:custDataLst>
              <p:tags r:id="rId3"/>
            </p:custDataLst>
          </p:nvPr>
        </p:nvSpPr>
        <p:spPr/>
        <p:txBody>
          <a:bodyPr/>
          <a:lstStyle>
            <a:lvl1pPr>
              <a:defRPr>
                <a:latin typeface="Arial" panose="020B0604020202020204" pitchFamily="34" charset="0"/>
                <a:sym typeface="Arial" panose="020B0604020202020204" pitchFamily="34" charset="0"/>
              </a:defRPr>
            </a:lvl1pPr>
          </a:lstStyle>
          <a:p>
            <a:r>
              <a:rPr lang="en-US"/>
              <a:t>Date Area</a:t>
            </a:r>
            <a:endParaRPr lang="en-US"/>
          </a:p>
        </p:txBody>
      </p:sp>
      <p:sp>
        <p:nvSpPr>
          <p:cNvPr id="4" name="页脚占位符 3"/>
          <p:cNvSpPr>
            <a:spLocks noGrp="1"/>
          </p:cNvSpPr>
          <p:nvPr>
            <p:ph type="ftr" sz="quarter" idx="11"/>
            <p:custDataLst>
              <p:tags r:id="rId4"/>
            </p:custDataLst>
          </p:nvPr>
        </p:nvSpPr>
        <p:spPr/>
        <p:txBody>
          <a:bodyPr/>
          <a:lstStyle>
            <a:lvl1pPr>
              <a:defRPr>
                <a:latin typeface="Arial" panose="020B0604020202020204" pitchFamily="34" charset="0"/>
                <a:sym typeface="Arial" panose="020B0604020202020204" pitchFamily="34" charset="0"/>
              </a:defRPr>
            </a:lvl1pPr>
          </a:lstStyle>
          <a:p>
            <a:endParaRPr lang="en-US" dirty="0"/>
          </a:p>
        </p:txBody>
      </p:sp>
      <p:sp>
        <p:nvSpPr>
          <p:cNvPr id="5" name="灯片编号占位符 4"/>
          <p:cNvSpPr>
            <a:spLocks noGrp="1"/>
          </p:cNvSpPr>
          <p:nvPr>
            <p:ph type="sldNum" sz="quarter" idx="12"/>
            <p:custDataLst>
              <p:tags r:id="rId5"/>
            </p:custDataLst>
          </p:nvPr>
        </p:nvSpPr>
        <p:spPr/>
        <p:txBody>
          <a:bodyPr/>
          <a:lstStyle>
            <a:lvl1pPr>
              <a:defRPr>
                <a:latin typeface="Arial" panose="020B0604020202020204" pitchFamily="34" charset="0"/>
                <a:sym typeface="Arial" panose="020B0604020202020204" pitchFamily="34" charset="0"/>
              </a:defRPr>
            </a:lvl1pPr>
          </a:lstStyle>
          <a:p>
            <a:fld id="{49AE70B2-8BF9-45C0-BB95-33D1B9D3A854}" type="slidenum">
              <a:rPr lang="en-US" smtClean="0"/>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5674ED9-745F-4B40-A9C6-03AEE5B8ECEC}" type="datetimeFigureOut">
              <a:rPr lang="en-US" smtClean="0"/>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67BDE92-96A6-471A-9FB7-29D1BE3A80D9}"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1.png"/><Relationship Id="rId1" Type="http://schemas.openxmlformats.org/officeDocument/2006/relationships/customXml" Target="../ink/ink1.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image" Target="../media/image3.png"/><Relationship Id="rId1" Type="http://schemas.openxmlformats.org/officeDocument/2006/relationships/customXml" Target="../ink/ink2.xml"/></Relationships>
</file>

<file path=ppt/slides/_rels/slide5.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5.png"/><Relationship Id="rId2" Type="http://schemas.openxmlformats.org/officeDocument/2006/relationships/customXml" Target="../ink/ink3.xml"/><Relationship Id="rId1"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7.png"/><Relationship Id="rId3" Type="http://schemas.openxmlformats.org/officeDocument/2006/relationships/customXml" Target="../ink/ink5.xml"/><Relationship Id="rId2" Type="http://schemas.openxmlformats.org/officeDocument/2006/relationships/image" Target="../media/image6.png"/><Relationship Id="rId1" Type="http://schemas.openxmlformats.org/officeDocument/2006/relationships/customXml" Target="../ink/ink4.xml"/></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8.png"/><Relationship Id="rId1" Type="http://schemas.openxmlformats.org/officeDocument/2006/relationships/customXml" Target="../ink/ink6.xml"/></Relationships>
</file>

<file path=ppt/slides/_rels/slide9.xml.rels><?xml version="1.0" encoding="UTF-8" standalone="yes"?>
<Relationships xmlns="http://schemas.openxmlformats.org/package/2006/relationships"><Relationship Id="rId9" Type="http://schemas.openxmlformats.org/officeDocument/2006/relationships/customXml" Target="../ink/ink11.xml"/><Relationship Id="rId8" Type="http://schemas.openxmlformats.org/officeDocument/2006/relationships/image" Target="../media/image12.png"/><Relationship Id="rId7" Type="http://schemas.openxmlformats.org/officeDocument/2006/relationships/customXml" Target="../ink/ink10.xml"/><Relationship Id="rId6" Type="http://schemas.openxmlformats.org/officeDocument/2006/relationships/image" Target="../media/image11.png"/><Relationship Id="rId5" Type="http://schemas.openxmlformats.org/officeDocument/2006/relationships/customXml" Target="../ink/ink9.xml"/><Relationship Id="rId4" Type="http://schemas.openxmlformats.org/officeDocument/2006/relationships/image" Target="../media/image10.png"/><Relationship Id="rId3" Type="http://schemas.openxmlformats.org/officeDocument/2006/relationships/customXml" Target="../ink/ink8.xml"/><Relationship Id="rId2" Type="http://schemas.openxmlformats.org/officeDocument/2006/relationships/image" Target="../media/image9.png"/><Relationship Id="rId11" Type="http://schemas.openxmlformats.org/officeDocument/2006/relationships/slideLayout" Target="../slideLayouts/slideLayout2.xml"/><Relationship Id="rId10" Type="http://schemas.openxmlformats.org/officeDocument/2006/relationships/image" Target="../media/image13.png"/><Relationship Id="rId1" Type="http://schemas.openxmlformats.org/officeDocument/2006/relationships/customXml" Target="../ink/ink7.xml"/></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4.png"/><Relationship Id="rId1" Type="http://schemas.openxmlformats.org/officeDocument/2006/relationships/customXml" Target="../ink/ink12.xml"/></Relationships>
</file>

<file path=ppt/slides/_rels/slide11.xml.rels><?xml version="1.0" encoding="UTF-8" standalone="yes"?>
<Relationships xmlns="http://schemas.openxmlformats.org/package/2006/relationships"><Relationship Id="rId9" Type="http://schemas.openxmlformats.org/officeDocument/2006/relationships/image" Target="../media/image19.png"/><Relationship Id="rId8" Type="http://schemas.openxmlformats.org/officeDocument/2006/relationships/customXml" Target="../ink/ink16.xml"/><Relationship Id="rId7" Type="http://schemas.openxmlformats.org/officeDocument/2006/relationships/image" Target="../media/image18.png"/><Relationship Id="rId6" Type="http://schemas.openxmlformats.org/officeDocument/2006/relationships/customXml" Target="../ink/ink15.xml"/><Relationship Id="rId5" Type="http://schemas.openxmlformats.org/officeDocument/2006/relationships/image" Target="../media/image17.png"/><Relationship Id="rId4" Type="http://schemas.openxmlformats.org/officeDocument/2006/relationships/customXml" Target="../ink/ink14.xml"/><Relationship Id="rId3" Type="http://schemas.openxmlformats.org/officeDocument/2006/relationships/image" Target="../media/image16.png"/><Relationship Id="rId2" Type="http://schemas.openxmlformats.org/officeDocument/2006/relationships/customXml" Target="../ink/ink13.xml"/><Relationship Id="rId14" Type="http://schemas.openxmlformats.org/officeDocument/2006/relationships/slideLayout" Target="../slideLayouts/slideLayout2.xml"/><Relationship Id="rId13" Type="http://schemas.openxmlformats.org/officeDocument/2006/relationships/image" Target="../media/image20.png"/><Relationship Id="rId12" Type="http://schemas.openxmlformats.org/officeDocument/2006/relationships/customXml" Target="../ink/ink18.xml"/><Relationship Id="rId11" Type="http://schemas.openxmlformats.org/officeDocument/2006/relationships/image" Target="../media/image9.png"/><Relationship Id="rId10" Type="http://schemas.openxmlformats.org/officeDocument/2006/relationships/customXml" Target="../ink/ink17.xml"/><Relationship Id="rId1" Type="http://schemas.openxmlformats.org/officeDocument/2006/relationships/image" Target="../media/image15.png"/></Relationships>
</file>

<file path=ppt/slides/_rels/slide12.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image" Target="../media/image23.png"/><Relationship Id="rId4" Type="http://schemas.openxmlformats.org/officeDocument/2006/relationships/customXml" Target="../ink/ink20.xml"/><Relationship Id="rId3" Type="http://schemas.openxmlformats.org/officeDocument/2006/relationships/image" Target="../media/image22.png"/><Relationship Id="rId2" Type="http://schemas.openxmlformats.org/officeDocument/2006/relationships/customXml" Target="../ink/ink19.xml"/><Relationship Id="rId1" Type="http://schemas.openxmlformats.org/officeDocument/2006/relationships/image" Target="../media/image21.png"/></Relationships>
</file>

<file path=ppt/slides/_rels/slide13.xml.rels><?xml version="1.0" encoding="UTF-8" standalone="yes"?>
<Relationships xmlns="http://schemas.openxmlformats.org/package/2006/relationships"><Relationship Id="rId9" Type="http://schemas.openxmlformats.org/officeDocument/2006/relationships/tags" Target="../tags/tag12.xml"/><Relationship Id="rId8" Type="http://schemas.openxmlformats.org/officeDocument/2006/relationships/tags" Target="../tags/tag11.xml"/><Relationship Id="rId7" Type="http://schemas.openxmlformats.org/officeDocument/2006/relationships/image" Target="../media/image21.png"/><Relationship Id="rId6" Type="http://schemas.openxmlformats.org/officeDocument/2006/relationships/tags" Target="../tags/tag10.xml"/><Relationship Id="rId5" Type="http://schemas.openxmlformats.org/officeDocument/2006/relationships/tags" Target="../tags/tag9.xml"/><Relationship Id="rId4" Type="http://schemas.openxmlformats.org/officeDocument/2006/relationships/tags" Target="../tags/tag8.xml"/><Relationship Id="rId3" Type="http://schemas.openxmlformats.org/officeDocument/2006/relationships/tags" Target="../tags/tag7.xml"/><Relationship Id="rId2" Type="http://schemas.openxmlformats.org/officeDocument/2006/relationships/tags" Target="../tags/tag6.xml"/><Relationship Id="rId16" Type="http://schemas.openxmlformats.org/officeDocument/2006/relationships/notesSlide" Target="../notesSlides/notesSlide1.xml"/><Relationship Id="rId15" Type="http://schemas.openxmlformats.org/officeDocument/2006/relationships/slideLayout" Target="../slideLayouts/slideLayout12.xml"/><Relationship Id="rId14" Type="http://schemas.openxmlformats.org/officeDocument/2006/relationships/tags" Target="../tags/tag17.xml"/><Relationship Id="rId13" Type="http://schemas.openxmlformats.org/officeDocument/2006/relationships/tags" Target="../tags/tag16.xml"/><Relationship Id="rId12" Type="http://schemas.openxmlformats.org/officeDocument/2006/relationships/tags" Target="../tags/tag15.xml"/><Relationship Id="rId11" Type="http://schemas.openxmlformats.org/officeDocument/2006/relationships/tags" Target="../tags/tag14.xml"/><Relationship Id="rId10" Type="http://schemas.openxmlformats.org/officeDocument/2006/relationships/tags" Target="../tags/tag13.xml"/><Relationship Id="rId1" Type="http://schemas.openxmlformats.org/officeDocument/2006/relationships/tags" Target="../tags/tag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image" Target="../media/image26.png"/><Relationship Id="rId5" Type="http://schemas.openxmlformats.org/officeDocument/2006/relationships/customXml" Target="../ink/ink23.xml"/><Relationship Id="rId4" Type="http://schemas.openxmlformats.org/officeDocument/2006/relationships/image" Target="../media/image25.png"/><Relationship Id="rId3" Type="http://schemas.openxmlformats.org/officeDocument/2006/relationships/customXml" Target="../ink/ink22.xml"/><Relationship Id="rId2" Type="http://schemas.openxmlformats.org/officeDocument/2006/relationships/image" Target="../media/image24.png"/><Relationship Id="rId1" Type="http://schemas.openxmlformats.org/officeDocument/2006/relationships/customXml" Target="../ink/ink21.xml"/></Relationships>
</file>

<file path=ppt/slides/_rels/slide1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7.png"/><Relationship Id="rId1" Type="http://schemas.openxmlformats.org/officeDocument/2006/relationships/customXml" Target="../ink/ink2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8.png"/><Relationship Id="rId1" Type="http://schemas.openxmlformats.org/officeDocument/2006/relationships/customXml" Target="../ink/ink2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30.png"/><Relationship Id="rId2" Type="http://schemas.openxmlformats.org/officeDocument/2006/relationships/customXml" Target="../ink/ink26.xml"/><Relationship Id="rId1" Type="http://schemas.openxmlformats.org/officeDocument/2006/relationships/image" Target="../media/image29.png"/></Relationships>
</file>

<file path=ppt/slides/_rels/slide2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6.png"/><Relationship Id="rId1" Type="http://schemas.openxmlformats.org/officeDocument/2006/relationships/customXml" Target="../ink/ink2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1.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SOFTWARE DESIGN AND ARCHITECTURE</a:t>
            </a:r>
            <a:endParaRPr lang="en-US" dirty="0"/>
          </a:p>
        </p:txBody>
      </p:sp>
      <p:sp>
        <p:nvSpPr>
          <p:cNvPr id="3" name="Subtitle 2"/>
          <p:cNvSpPr>
            <a:spLocks noGrp="1"/>
          </p:cNvSpPr>
          <p:nvPr>
            <p:ph type="subTitle" idx="1"/>
          </p:nvPr>
        </p:nvSpPr>
        <p:spPr/>
        <p:txBody>
          <a:bodyPr/>
          <a:lstStyle/>
          <a:p>
            <a:r>
              <a:rPr lang="en-US" dirty="0" smtClean="0">
                <a:solidFill>
                  <a:schemeClr val="tx1"/>
                </a:solidFill>
              </a:rPr>
              <a:t>LECTURE 12</a:t>
            </a:r>
            <a:endParaRPr lang="en-US" dirty="0">
              <a:solidFill>
                <a:schemeClr val="tx1"/>
              </a:solidFill>
            </a:endParaRPr>
          </a:p>
        </p:txBody>
      </p:sp>
      <mc:AlternateContent xmlns:mc="http://schemas.openxmlformats.org/markup-compatibility/2006" xmlns:p14="http://schemas.microsoft.com/office/powerpoint/2010/main">
        <mc:Choice Requires="p14">
          <p:contentPart r:id="rId1" p14:bwMode="auto">
            <p14:nvContentPartPr>
              <p14:cNvPr id="1025" name="Ink 1024"/>
              <p14:cNvContentPartPr/>
              <p14:nvPr/>
            </p14:nvContentPartPr>
            <p14:xfrm>
              <a:off x="0" y="0"/>
              <a:ext cx="0" cy="0"/>
            </p14:xfrm>
          </p:contentPart>
        </mc:Choice>
        <mc:Fallback xmlns="">
          <p:pic>
            <p:nvPicPr>
              <p:cNvPr id="1025" name="Ink 1024"/>
            </p:nvPicPr>
            <p:blipFill>
              <a:blip r:embed="rId2"/>
            </p:blipFill>
            <p:spPr>
              <a:xfrm>
                <a:off x="0" y="0"/>
                <a:ext cx="0" cy="0"/>
              </a:xfrm>
              <a:prstGeom prst="rect"/>
            </p:spPr>
          </p:pic>
        </mc:Fallback>
      </mc:AlternateContent>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p:cNvSpPr>
            <a:spLocks noGrp="1" noChangeArrowheads="1"/>
          </p:cNvSpPr>
          <p:nvPr>
            <p:ph type="title"/>
          </p:nvPr>
        </p:nvSpPr>
        <p:spPr/>
        <p:txBody>
          <a:bodyPr>
            <a:normAutofit/>
          </a:bodyPr>
          <a:lstStyle/>
          <a:p>
            <a:r>
              <a:rPr lang="fr-FR" dirty="0" err="1" smtClean="0"/>
              <a:t>Review</a:t>
            </a:r>
            <a:endParaRPr lang="fr-FR" dirty="0"/>
          </a:p>
        </p:txBody>
      </p:sp>
      <p:sp>
        <p:nvSpPr>
          <p:cNvPr id="4" name="Content Placeholder 3"/>
          <p:cNvSpPr>
            <a:spLocks noGrp="1"/>
          </p:cNvSpPr>
          <p:nvPr>
            <p:ph idx="1"/>
          </p:nvPr>
        </p:nvSpPr>
        <p:spPr/>
        <p:txBody>
          <a:bodyPr/>
          <a:lstStyle/>
          <a:p>
            <a:r>
              <a:rPr lang="en-US" dirty="0" smtClean="0"/>
              <a:t>Activity Diagram (Explain)</a:t>
            </a:r>
            <a:endParaRPr lang="en-US" dirty="0" smtClean="0"/>
          </a:p>
          <a:p>
            <a:endParaRPr lang="en-US" dirty="0" smtClean="0"/>
          </a:p>
        </p:txBody>
      </p:sp>
      <p:pic>
        <p:nvPicPr>
          <p:cNvPr id="2" name="Picture 1"/>
          <p:cNvPicPr>
            <a:picLocks noChangeAspect="1"/>
          </p:cNvPicPr>
          <p:nvPr/>
        </p:nvPicPr>
        <p:blipFill>
          <a:blip r:embed="rId1"/>
          <a:stretch>
            <a:fillRect/>
          </a:stretch>
        </p:blipFill>
        <p:spPr>
          <a:xfrm>
            <a:off x="76200" y="2514600"/>
            <a:ext cx="9060180" cy="4274820"/>
          </a:xfrm>
          <a:prstGeom prst="rect">
            <a:avLst/>
          </a:prstGeom>
        </p:spPr>
      </p:pic>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Outline </a:t>
            </a:r>
            <a:endParaRPr lang="en-US" dirty="0"/>
          </a:p>
        </p:txBody>
      </p:sp>
      <p:sp>
        <p:nvSpPr>
          <p:cNvPr id="3" name="Content Placeholder 2"/>
          <p:cNvSpPr>
            <a:spLocks noGrp="1"/>
          </p:cNvSpPr>
          <p:nvPr>
            <p:ph idx="1"/>
          </p:nvPr>
        </p:nvSpPr>
        <p:spPr/>
        <p:txBody>
          <a:bodyPr/>
          <a:lstStyle/>
          <a:p>
            <a:r>
              <a:rPr lang="en-US" dirty="0" smtClean="0"/>
              <a:t>Class Responsibility Collaboration </a:t>
            </a:r>
            <a:r>
              <a:rPr lang="en-US" dirty="0" smtClean="0"/>
              <a:t>Cards</a:t>
            </a:r>
            <a:endParaRPr lang="en-US" dirty="0" smtClean="0"/>
          </a:p>
          <a:p>
            <a:r>
              <a:rPr lang="en-US" dirty="0" smtClean="0"/>
              <a:t>CRC Models</a:t>
            </a:r>
            <a:endParaRPr lang="en-US" dirty="0" smtClean="0"/>
          </a:p>
          <a:p>
            <a:r>
              <a:rPr lang="en-US" dirty="0" smtClean="0"/>
              <a:t>Creating CRC Models</a:t>
            </a:r>
            <a:endParaRPr lang="en-US" dirty="0" smtClean="0"/>
          </a:p>
          <a:p>
            <a:endParaRPr lang="en-US" dirty="0" smtClean="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3226435" y="1905000"/>
            <a:ext cx="5003165" cy="1362075"/>
          </a:xfrm>
        </p:spPr>
        <p:txBody>
          <a:bodyPr>
            <a:normAutofit fontScale="90000"/>
          </a:bodyPr>
          <a:lstStyle/>
          <a:p>
            <a:r>
              <a:rPr lang="en-US" dirty="0" smtClean="0"/>
              <a:t>CRC Cards</a:t>
            </a:r>
            <a:br>
              <a:rPr lang="en-US" dirty="0" smtClean="0"/>
            </a:br>
            <a:br>
              <a:rPr lang="en-US" dirty="0" smtClean="0"/>
            </a:br>
            <a:endParaRPr lang="en-US" dirty="0"/>
          </a:p>
        </p:txBody>
      </p:sp>
      <p:sp>
        <p:nvSpPr>
          <p:cNvPr id="5" name="Text Placeholder 4"/>
          <p:cNvSpPr>
            <a:spLocks noGrp="1"/>
          </p:cNvSpPr>
          <p:nvPr>
            <p:ph type="body" idx="1"/>
          </p:nvPr>
        </p:nvSpPr>
        <p:spPr>
          <a:xfrm>
            <a:off x="2195195" y="1524000"/>
            <a:ext cx="6567805" cy="1499870"/>
          </a:xfrm>
        </p:spPr>
        <p:txBody>
          <a:bodyPr/>
          <a:lstStyle/>
          <a:p>
            <a:r>
              <a:rPr lang="en-US" dirty="0" smtClean="0">
                <a:sym typeface="+mn-ea"/>
              </a:rPr>
              <a:t>Class Responsibility Collaboration Cards</a:t>
            </a:r>
            <a:endParaRPr lang="en-US"/>
          </a:p>
        </p:txBody>
      </p:sp>
      <mc:AlternateContent xmlns:mc="http://schemas.openxmlformats.org/markup-compatibility/2006" xmlns:p14="http://schemas.microsoft.com/office/powerpoint/2010/main">
        <mc:Choice Requires="p14">
          <p:contentPart r:id="rId1" p14:bwMode="auto">
            <p14:nvContentPartPr>
              <p14:cNvPr id="2049" name="Ink 2048"/>
              <p14:cNvContentPartPr/>
              <p14:nvPr/>
            </p14:nvContentPartPr>
            <p14:xfrm>
              <a:off x="4157663" y="3398838"/>
              <a:ext cx="7938" cy="6350"/>
            </p14:xfrm>
          </p:contentPart>
        </mc:Choice>
        <mc:Fallback xmlns="">
          <p:pic>
            <p:nvPicPr>
              <p:cNvPr id="2049" name="Ink 2048"/>
            </p:nvPicPr>
            <p:blipFill>
              <a:blip r:embed="rId2"/>
            </p:blipFill>
            <p:spPr>
              <a:xfrm>
                <a:off x="4157663" y="3398838"/>
                <a:ext cx="7938" cy="6350"/>
              </a:xfrm>
              <a:prstGeom prst="rect"/>
            </p:spPr>
          </p:pic>
        </mc:Fallback>
      </mc:AlternateContent>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CRC Cards</a:t>
            </a:r>
            <a:endParaRPr lang="en-US" dirty="0"/>
          </a:p>
        </p:txBody>
      </p:sp>
      <p:sp>
        <p:nvSpPr>
          <p:cNvPr id="3" name="Content Placeholder 2"/>
          <p:cNvSpPr>
            <a:spLocks noGrp="1"/>
          </p:cNvSpPr>
          <p:nvPr>
            <p:ph idx="1"/>
          </p:nvPr>
        </p:nvSpPr>
        <p:spPr>
          <a:xfrm>
            <a:off x="457200" y="1600201"/>
            <a:ext cx="8229600" cy="1371600"/>
          </a:xfrm>
        </p:spPr>
        <p:txBody>
          <a:bodyPr/>
          <a:lstStyle/>
          <a:p>
            <a:r>
              <a:rPr lang="en-US" dirty="0" smtClean="0"/>
              <a:t>A CRC card is divided into three sections (Beck &amp; Cunningham, 1989; Ambler, 1995)</a:t>
            </a:r>
            <a:endParaRPr lang="en-US" dirty="0" smtClean="0"/>
          </a:p>
          <a:p>
            <a:endParaRPr lang="en-US" dirty="0"/>
          </a:p>
        </p:txBody>
      </p:sp>
      <p:pic>
        <p:nvPicPr>
          <p:cNvPr id="2052" name="Picture 4"/>
          <p:cNvPicPr>
            <a:picLocks noChangeAspect="1" noChangeArrowheads="1"/>
          </p:cNvPicPr>
          <p:nvPr/>
        </p:nvPicPr>
        <p:blipFill>
          <a:blip r:embed="rId1"/>
          <a:srcRect/>
          <a:stretch>
            <a:fillRect/>
          </a:stretch>
        </p:blipFill>
        <p:spPr bwMode="auto">
          <a:xfrm>
            <a:off x="2286000" y="3200400"/>
            <a:ext cx="4610100" cy="2657475"/>
          </a:xfrm>
          <a:prstGeom prst="rect">
            <a:avLst/>
          </a:prstGeom>
          <a:noFill/>
          <a:ln w="9525">
            <a:noFill/>
            <a:miter lim="800000"/>
            <a:headEnd/>
            <a:tailEnd/>
          </a:ln>
          <a:effectLst/>
        </p:spPr>
      </p:pic>
      <mc:AlternateContent xmlns:mc="http://schemas.openxmlformats.org/markup-compatibility/2006" xmlns:p14="http://schemas.microsoft.com/office/powerpoint/2010/main">
        <mc:Choice Requires="p14">
          <p:contentPart r:id="rId2" p14:bwMode="auto">
            <p14:nvContentPartPr>
              <p14:cNvPr id="3073" name="Ink 3072"/>
              <p14:cNvContentPartPr/>
              <p14:nvPr/>
            </p14:nvContentPartPr>
            <p14:xfrm>
              <a:off x="7618413" y="1374775"/>
              <a:ext cx="3175" cy="3175"/>
            </p14:xfrm>
          </p:contentPart>
        </mc:Choice>
        <mc:Fallback xmlns="">
          <p:pic>
            <p:nvPicPr>
              <p:cNvPr id="3073" name="Ink 3072"/>
            </p:nvPicPr>
            <p:blipFill>
              <a:blip r:embed="rId3"/>
            </p:blipFill>
            <p:spPr>
              <a:xfrm>
                <a:off x="7618413" y="1374775"/>
                <a:ext cx="3175" cy="3175"/>
              </a:xfrm>
              <a:prstGeom prst="rect"/>
            </p:spPr>
          </p:pic>
        </mc:Fallback>
      </mc:AlternateContent>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Responsibilities and Collaborations</a:t>
            </a:r>
            <a:endParaRPr lang="en-US" dirty="0"/>
          </a:p>
        </p:txBody>
      </p:sp>
      <p:sp>
        <p:nvSpPr>
          <p:cNvPr id="3" name="Content Placeholder 2"/>
          <p:cNvSpPr>
            <a:spLocks noGrp="1"/>
          </p:cNvSpPr>
          <p:nvPr>
            <p:ph idx="1"/>
          </p:nvPr>
        </p:nvSpPr>
        <p:spPr/>
        <p:txBody>
          <a:bodyPr>
            <a:normAutofit/>
          </a:bodyPr>
          <a:lstStyle/>
          <a:p>
            <a:r>
              <a:rPr lang="en-US" sz="2800" dirty="0" smtClean="0"/>
              <a:t>A responsibility is anything that a class knows or does. </a:t>
            </a:r>
            <a:endParaRPr lang="en-US" sz="2800" dirty="0" smtClean="0"/>
          </a:p>
          <a:p>
            <a:r>
              <a:rPr lang="en-US" sz="2800" dirty="0" smtClean="0"/>
              <a:t>Sometimes a class will have a responsibility to fulfill, but will not have enough information to do it. When this happens it has to collaborate with other classes to get the job done.</a:t>
            </a:r>
            <a:endParaRPr lang="en-US" sz="2800" dirty="0"/>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CRC Model</a:t>
            </a:r>
            <a:endParaRPr lang="en-US" dirty="0"/>
          </a:p>
        </p:txBody>
      </p:sp>
      <p:sp>
        <p:nvSpPr>
          <p:cNvPr id="3" name="Content Placeholder 2"/>
          <p:cNvSpPr>
            <a:spLocks noGrp="1"/>
          </p:cNvSpPr>
          <p:nvPr>
            <p:ph idx="1"/>
          </p:nvPr>
        </p:nvSpPr>
        <p:spPr/>
        <p:txBody>
          <a:bodyPr>
            <a:normAutofit/>
          </a:bodyPr>
          <a:lstStyle/>
          <a:p>
            <a:r>
              <a:rPr lang="en-US" dirty="0" smtClean="0"/>
              <a:t>A CRC model is a collection of CRC cards that represent whole or part of an application or problem domain. </a:t>
            </a:r>
            <a:endParaRPr lang="en-US" dirty="0" smtClean="0"/>
          </a:p>
          <a:p>
            <a:r>
              <a:rPr lang="en-US" dirty="0" smtClean="0"/>
              <a:t>The most common use for CRC models is to gather and define the user requirements for an object-oriented application. </a:t>
            </a:r>
            <a:endParaRPr lang="en-US" dirty="0" smtClean="0"/>
          </a:p>
          <a:p>
            <a:r>
              <a:rPr lang="en-US" dirty="0" smtClean="0"/>
              <a:t>Collaborating cards are placed close to each other</a:t>
            </a:r>
            <a:endParaRPr lang="en-US" dirty="0"/>
          </a:p>
        </p:txBody>
      </p:sp>
      <mc:AlternateContent xmlns:mc="http://schemas.openxmlformats.org/markup-compatibility/2006" xmlns:p14="http://schemas.microsoft.com/office/powerpoint/2010/main">
        <mc:Choice Requires="p14">
          <p:contentPart r:id="rId1" p14:bwMode="auto">
            <p14:nvContentPartPr>
              <p14:cNvPr id="5122" name="Ink 5121"/>
              <p14:cNvContentPartPr/>
              <p14:nvPr/>
            </p14:nvContentPartPr>
            <p14:xfrm>
              <a:off x="6691313" y="5588000"/>
              <a:ext cx="25400" cy="22225"/>
            </p14:xfrm>
          </p:contentPart>
        </mc:Choice>
        <mc:Fallback xmlns="">
          <p:pic>
            <p:nvPicPr>
              <p:cNvPr id="5122" name="Ink 5121"/>
            </p:nvPicPr>
            <p:blipFill>
              <a:blip r:embed="rId2"/>
            </p:blipFill>
            <p:spPr>
              <a:xfrm>
                <a:off x="6691313" y="5588000"/>
                <a:ext cx="25400" cy="22225"/>
              </a:xfrm>
              <a:prstGeom prst="rect"/>
            </p:spPr>
          </p:pic>
        </mc:Fallback>
      </mc:AlternateContent>
      <mc:AlternateContent xmlns:mc="http://schemas.openxmlformats.org/markup-compatibility/2006" xmlns:p14="http://schemas.microsoft.com/office/powerpoint/2010/main">
        <mc:Choice Requires="p14">
          <p:contentPart r:id="rId3" p14:bwMode="auto">
            <p14:nvContentPartPr>
              <p14:cNvPr id="5125" name="Ink 5124"/>
              <p14:cNvContentPartPr/>
              <p14:nvPr/>
            </p14:nvContentPartPr>
            <p14:xfrm>
              <a:off x="4022725" y="4159250"/>
              <a:ext cx="12700" cy="4763"/>
            </p14:xfrm>
          </p:contentPart>
        </mc:Choice>
        <mc:Fallback xmlns="">
          <p:pic>
            <p:nvPicPr>
              <p:cNvPr id="5125" name="Ink 5124"/>
            </p:nvPicPr>
            <p:blipFill>
              <a:blip r:embed="rId4"/>
            </p:blipFill>
            <p:spPr>
              <a:xfrm>
                <a:off x="4022725" y="4159250"/>
                <a:ext cx="12700" cy="4763"/>
              </a:xfrm>
              <a:prstGeom prst="rect"/>
            </p:spPr>
          </p:pic>
        </mc:Fallback>
      </mc:AlternateContent>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600" dirty="0" smtClean="0"/>
              <a:t>Perform The Iterative Steps of CRC Modeling</a:t>
            </a:r>
            <a:endParaRPr lang="en-US" sz="3600" dirty="0"/>
          </a:p>
        </p:txBody>
      </p:sp>
      <p:sp>
        <p:nvSpPr>
          <p:cNvPr id="3" name="Content Placeholder 2"/>
          <p:cNvSpPr>
            <a:spLocks noGrp="1"/>
          </p:cNvSpPr>
          <p:nvPr>
            <p:ph idx="1"/>
          </p:nvPr>
        </p:nvSpPr>
        <p:spPr/>
        <p:txBody>
          <a:bodyPr>
            <a:noAutofit/>
          </a:bodyPr>
          <a:lstStyle/>
          <a:p>
            <a:r>
              <a:rPr lang="en-US" sz="2400" dirty="0" smtClean="0"/>
              <a:t>Find classes</a:t>
            </a:r>
            <a:endParaRPr lang="en-US" sz="2400" dirty="0" smtClean="0"/>
          </a:p>
          <a:p>
            <a:pPr lvl="1"/>
            <a:r>
              <a:rPr lang="en-US" sz="1800" dirty="0" smtClean="0"/>
              <a:t>Look for anything that interacts with the system, or is part of the system</a:t>
            </a:r>
            <a:endParaRPr lang="en-US" sz="1800" dirty="0" smtClean="0"/>
          </a:p>
          <a:p>
            <a:pPr lvl="1"/>
            <a:r>
              <a:rPr lang="en-US" sz="1800" dirty="0" smtClean="0"/>
              <a:t>Ask yourself “Is there a customer?”</a:t>
            </a:r>
            <a:endParaRPr lang="en-US" sz="1800" dirty="0" smtClean="0"/>
          </a:p>
          <a:p>
            <a:pPr lvl="1"/>
            <a:r>
              <a:rPr lang="en-US" sz="1800" dirty="0" smtClean="0"/>
              <a:t>Follow the money</a:t>
            </a:r>
            <a:endParaRPr lang="en-US" sz="1800" dirty="0" smtClean="0"/>
          </a:p>
          <a:p>
            <a:pPr lvl="1"/>
            <a:r>
              <a:rPr lang="en-US" sz="1800" dirty="0" smtClean="0"/>
              <a:t>Look for reports generated by the system</a:t>
            </a:r>
            <a:endParaRPr lang="en-US" sz="1800" dirty="0" smtClean="0"/>
          </a:p>
          <a:p>
            <a:pPr lvl="1"/>
            <a:r>
              <a:rPr lang="en-US" sz="1800" dirty="0" smtClean="0"/>
              <a:t>Look for any screens used in the system</a:t>
            </a:r>
            <a:endParaRPr lang="en-US" sz="1800" dirty="0" smtClean="0"/>
          </a:p>
          <a:p>
            <a:pPr lvl="1"/>
            <a:r>
              <a:rPr lang="en-US" sz="1800" dirty="0" smtClean="0"/>
              <a:t>Immediately prototype interface and report classes</a:t>
            </a:r>
            <a:endParaRPr lang="en-US" sz="1800" dirty="0" smtClean="0"/>
          </a:p>
          <a:p>
            <a:pPr lvl="1"/>
            <a:r>
              <a:rPr lang="en-US" sz="1800" dirty="0" smtClean="0"/>
              <a:t>Look for the three to five main classes right away</a:t>
            </a:r>
            <a:endParaRPr lang="en-US" sz="1800" dirty="0" smtClean="0"/>
          </a:p>
          <a:p>
            <a:pPr lvl="1"/>
            <a:r>
              <a:rPr lang="en-US" sz="1800" dirty="0" smtClean="0"/>
              <a:t>Create a new card for a class immediately</a:t>
            </a:r>
            <a:endParaRPr lang="en-US" sz="1800" dirty="0" smtClean="0"/>
          </a:p>
          <a:p>
            <a:pPr lvl="1"/>
            <a:r>
              <a:rPr lang="en-US" sz="1800" dirty="0" smtClean="0"/>
              <a:t>Use one or two words to describe the class</a:t>
            </a:r>
            <a:endParaRPr lang="en-US" sz="1800" dirty="0" smtClean="0"/>
          </a:p>
          <a:p>
            <a:pPr lvl="1"/>
            <a:r>
              <a:rPr lang="en-US" sz="1800" dirty="0" smtClean="0"/>
              <a:t>Class names are singular</a:t>
            </a:r>
            <a:endParaRPr lang="en-US" sz="1800" dirty="0" smtClean="0"/>
          </a:p>
        </p:txBody>
      </p:sp>
      <mc:AlternateContent xmlns:mc="http://schemas.openxmlformats.org/markup-compatibility/2006" xmlns:p14="http://schemas.microsoft.com/office/powerpoint/2010/main">
        <mc:Choice Requires="p14">
          <p:contentPart r:id="rId1" p14:bwMode="auto">
            <p14:nvContentPartPr>
              <p14:cNvPr id="6147" name="Ink 6146"/>
              <p14:cNvContentPartPr/>
              <p14:nvPr/>
            </p14:nvContentPartPr>
            <p14:xfrm>
              <a:off x="2632075" y="4610100"/>
              <a:ext cx="225425" cy="23813"/>
            </p14:xfrm>
          </p:contentPart>
        </mc:Choice>
        <mc:Fallback xmlns="">
          <p:pic>
            <p:nvPicPr>
              <p:cNvPr id="6147" name="Ink 6146"/>
            </p:nvPicPr>
            <p:blipFill>
              <a:blip r:embed="rId2"/>
            </p:blipFill>
            <p:spPr>
              <a:xfrm>
                <a:off x="2632075" y="4610100"/>
                <a:ext cx="225425" cy="23813"/>
              </a:xfrm>
              <a:prstGeom prst="rect"/>
            </p:spPr>
          </p:pic>
        </mc:Fallback>
      </mc:AlternateContent>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Perform The Iterative Steps of CRC Modeling</a:t>
            </a:r>
            <a:endParaRPr lang="en-US" dirty="0"/>
          </a:p>
        </p:txBody>
      </p:sp>
      <p:sp>
        <p:nvSpPr>
          <p:cNvPr id="3" name="Content Placeholder 2"/>
          <p:cNvSpPr>
            <a:spLocks noGrp="1"/>
          </p:cNvSpPr>
          <p:nvPr>
            <p:ph idx="1"/>
          </p:nvPr>
        </p:nvSpPr>
        <p:spPr/>
        <p:txBody>
          <a:bodyPr>
            <a:normAutofit/>
          </a:bodyPr>
          <a:lstStyle/>
          <a:p>
            <a:r>
              <a:rPr lang="en-US" sz="3600" dirty="0" smtClean="0"/>
              <a:t>Find responsibilities</a:t>
            </a:r>
            <a:endParaRPr lang="en-US" sz="3600" dirty="0" smtClean="0"/>
          </a:p>
          <a:p>
            <a:pPr lvl="1"/>
            <a:r>
              <a:rPr lang="en-US" sz="2400" dirty="0" smtClean="0"/>
              <a:t>Ask yourself what the class knows</a:t>
            </a:r>
            <a:endParaRPr lang="en-US" sz="2400" dirty="0" smtClean="0"/>
          </a:p>
          <a:p>
            <a:pPr lvl="1"/>
            <a:r>
              <a:rPr lang="en-US" sz="2400" dirty="0" smtClean="0"/>
              <a:t>Ask yourself what the class does</a:t>
            </a:r>
            <a:endParaRPr lang="en-US" sz="2400" dirty="0" smtClean="0"/>
          </a:p>
          <a:p>
            <a:pPr lvl="1"/>
            <a:r>
              <a:rPr lang="en-US" sz="2400" dirty="0" smtClean="0"/>
              <a:t>If you’ve identified a responsibility, ask yourself what class it "belongs" to</a:t>
            </a:r>
            <a:endParaRPr lang="en-US" sz="2400" dirty="0" smtClean="0"/>
          </a:p>
          <a:p>
            <a:pPr lvl="1"/>
            <a:r>
              <a:rPr lang="en-US" sz="2400" dirty="0" smtClean="0"/>
              <a:t>Sometimes get responsibilities that we won’t implement, and that’s OK</a:t>
            </a:r>
            <a:endParaRPr lang="en-US" sz="2400" dirty="0" smtClean="0"/>
          </a:p>
          <a:p>
            <a:pPr lvl="1"/>
            <a:r>
              <a:rPr lang="en-US" sz="2400" dirty="0" smtClean="0"/>
              <a:t>Classes will collaborate to fulfill many of their responsibilities</a:t>
            </a:r>
            <a:endParaRPr lang="en-US" sz="2900" dirty="0" smtClean="0"/>
          </a:p>
          <a:p>
            <a:endParaRPr lang="en-US" dirty="0" smtClean="0"/>
          </a:p>
          <a:p>
            <a:endParaRPr lang="en-US" dirty="0"/>
          </a:p>
        </p:txBody>
      </p:sp>
      <mc:AlternateContent xmlns:mc="http://schemas.openxmlformats.org/markup-compatibility/2006" xmlns:p14="http://schemas.microsoft.com/office/powerpoint/2010/main">
        <mc:Choice Requires="p14">
          <p:contentPart r:id="rId1" p14:bwMode="auto">
            <p14:nvContentPartPr>
              <p14:cNvPr id="7171" name="Ink 7170"/>
              <p14:cNvContentPartPr/>
              <p14:nvPr/>
            </p14:nvContentPartPr>
            <p14:xfrm>
              <a:off x="0" y="0"/>
              <a:ext cx="0" cy="0"/>
            </p14:xfrm>
          </p:contentPart>
        </mc:Choice>
        <mc:Fallback xmlns="">
          <p:pic>
            <p:nvPicPr>
              <p:cNvPr id="7171" name="Ink 7170"/>
            </p:nvPicPr>
            <p:blipFill>
              <a:blip r:embed="rId2"/>
            </p:blipFill>
            <p:spPr>
              <a:xfrm>
                <a:off x="0" y="0"/>
                <a:ext cx="0" cy="0"/>
              </a:xfrm>
              <a:prstGeom prst="rect"/>
            </p:spPr>
          </p:pic>
        </mc:Fallback>
      </mc:AlternateContent>
      <mc:AlternateContent xmlns:mc="http://schemas.openxmlformats.org/markup-compatibility/2006" xmlns:p14="http://schemas.microsoft.com/office/powerpoint/2010/main">
        <mc:Choice Requires="p14">
          <p:contentPart r:id="rId3" p14:bwMode="auto">
            <p14:nvContentPartPr>
              <p14:cNvPr id="7172" name="Ink 7171"/>
              <p14:cNvContentPartPr/>
              <p14:nvPr/>
            </p14:nvContentPartPr>
            <p14:xfrm>
              <a:off x="7594600" y="2538413"/>
              <a:ext cx="47625" cy="26988"/>
            </p14:xfrm>
          </p:contentPart>
        </mc:Choice>
        <mc:Fallback xmlns="">
          <p:pic>
            <p:nvPicPr>
              <p:cNvPr id="7172" name="Ink 7171"/>
            </p:nvPicPr>
            <p:blipFill>
              <a:blip r:embed="rId4"/>
            </p:blipFill>
            <p:spPr>
              <a:xfrm>
                <a:off x="7594600" y="2538413"/>
                <a:ext cx="47625" cy="26988"/>
              </a:xfrm>
              <a:prstGeom prst="rect"/>
            </p:spPr>
          </p:pic>
        </mc:Fallback>
      </mc:AlternateContent>
      <mc:AlternateContent xmlns:mc="http://schemas.openxmlformats.org/markup-compatibility/2006" xmlns:p14="http://schemas.microsoft.com/office/powerpoint/2010/main">
        <mc:Choice Requires="p14">
          <p:contentPart r:id="rId5" p14:bwMode="auto">
            <p14:nvContentPartPr>
              <p14:cNvPr id="7174" name="Ink 7173"/>
              <p14:cNvContentPartPr/>
              <p14:nvPr/>
            </p14:nvContentPartPr>
            <p14:xfrm>
              <a:off x="8777288" y="1989138"/>
              <a:ext cx="34925" cy="26988"/>
            </p14:xfrm>
          </p:contentPart>
        </mc:Choice>
        <mc:Fallback xmlns="">
          <p:pic>
            <p:nvPicPr>
              <p:cNvPr id="7174" name="Ink 7173"/>
            </p:nvPicPr>
            <p:blipFill>
              <a:blip r:embed="rId6"/>
            </p:blipFill>
            <p:spPr>
              <a:xfrm>
                <a:off x="8777288" y="1989138"/>
                <a:ext cx="34925" cy="26988"/>
              </a:xfrm>
              <a:prstGeom prst="rect"/>
            </p:spPr>
          </p:pic>
        </mc:Fallback>
      </mc:AlternateContent>
      <mc:AlternateContent xmlns:mc="http://schemas.openxmlformats.org/markup-compatibility/2006" xmlns:p14="http://schemas.microsoft.com/office/powerpoint/2010/main">
        <mc:Choice Requires="p14">
          <p:contentPart r:id="rId7" p14:bwMode="auto">
            <p14:nvContentPartPr>
              <p14:cNvPr id="7176" name="Ink 7175"/>
              <p14:cNvContentPartPr/>
              <p14:nvPr/>
            </p14:nvContentPartPr>
            <p14:xfrm>
              <a:off x="7904163" y="1611313"/>
              <a:ext cx="3175" cy="3175"/>
            </p14:xfrm>
          </p:contentPart>
        </mc:Choice>
        <mc:Fallback xmlns="">
          <p:pic>
            <p:nvPicPr>
              <p:cNvPr id="7176" name="Ink 7175"/>
            </p:nvPicPr>
            <p:blipFill>
              <a:blip r:embed="rId8"/>
            </p:blipFill>
            <p:spPr>
              <a:xfrm>
                <a:off x="7904163" y="1611313"/>
                <a:ext cx="3175" cy="3175"/>
              </a:xfrm>
              <a:prstGeom prst="rect"/>
            </p:spPr>
          </p:pic>
        </mc:Fallback>
      </mc:AlternateContent>
      <mc:AlternateContent xmlns:mc="http://schemas.openxmlformats.org/markup-compatibility/2006" xmlns:p14="http://schemas.microsoft.com/office/powerpoint/2010/main">
        <mc:Choice Requires="p14">
          <p:contentPart r:id="rId9" p14:bwMode="auto">
            <p14:nvContentPartPr>
              <p14:cNvPr id="7179" name="Ink 7178"/>
              <p14:cNvContentPartPr/>
              <p14:nvPr/>
            </p14:nvContentPartPr>
            <p14:xfrm>
              <a:off x="0" y="0"/>
              <a:ext cx="0" cy="0"/>
            </p14:xfrm>
          </p:contentPart>
        </mc:Choice>
        <mc:Fallback xmlns="">
          <p:pic>
            <p:nvPicPr>
              <p:cNvPr id="7179" name="Ink 7178"/>
            </p:nvPicPr>
            <p:blipFill>
              <a:blip r:embed="rId10"/>
            </p:blipFill>
            <p:spPr>
              <a:xfrm>
                <a:off x="0" y="0"/>
                <a:ext cx="0" cy="0"/>
              </a:xfrm>
              <a:prstGeom prst="rect"/>
            </p:spPr>
          </p:pic>
        </mc:Fallback>
      </mc:AlternateContent>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Perform The Iterative Steps of CRC Modeling</a:t>
            </a:r>
            <a:endParaRPr lang="en-US" dirty="0"/>
          </a:p>
        </p:txBody>
      </p:sp>
      <p:sp>
        <p:nvSpPr>
          <p:cNvPr id="3" name="Content Placeholder 2"/>
          <p:cNvSpPr>
            <a:spLocks noGrp="1"/>
          </p:cNvSpPr>
          <p:nvPr>
            <p:ph sz="quarter" idx="1"/>
          </p:nvPr>
        </p:nvSpPr>
        <p:spPr>
          <a:xfrm>
            <a:off x="457200" y="1600200"/>
            <a:ext cx="8229600" cy="4525963"/>
          </a:xfrm>
        </p:spPr>
        <p:txBody>
          <a:bodyPr>
            <a:normAutofit fontScale="92500" lnSpcReduction="20000"/>
          </a:bodyPr>
          <a:lstStyle/>
          <a:p>
            <a:r>
              <a:rPr lang="en-US" dirty="0" smtClean="0"/>
              <a:t>Define collaborators</a:t>
            </a:r>
            <a:endParaRPr lang="en-US" dirty="0" smtClean="0"/>
          </a:p>
          <a:p>
            <a:pPr lvl="1"/>
            <a:r>
              <a:rPr lang="en-US" dirty="0" smtClean="0"/>
              <a:t>Collaboration occurs when a class needs information that it doesn’t have</a:t>
            </a:r>
            <a:endParaRPr lang="en-US" dirty="0" smtClean="0"/>
          </a:p>
          <a:p>
            <a:pPr lvl="1"/>
            <a:r>
              <a:rPr lang="en-US" dirty="0" smtClean="0"/>
              <a:t>Collaboration occurs when a class needs to modify information that it doesn’t have</a:t>
            </a:r>
            <a:endParaRPr lang="en-US" dirty="0" smtClean="0"/>
          </a:p>
          <a:p>
            <a:pPr lvl="1"/>
            <a:r>
              <a:rPr lang="en-US" dirty="0" smtClean="0"/>
              <a:t>There will always be at least one initiator of any given collaboration</a:t>
            </a:r>
            <a:endParaRPr lang="en-US" dirty="0" smtClean="0"/>
          </a:p>
          <a:p>
            <a:pPr lvl="1"/>
            <a:r>
              <a:rPr lang="en-US" dirty="0" smtClean="0"/>
              <a:t>Sometimes the collaborator does the bulk of the work</a:t>
            </a:r>
            <a:endParaRPr lang="en-US" dirty="0" smtClean="0"/>
          </a:p>
          <a:p>
            <a:pPr lvl="1"/>
            <a:r>
              <a:rPr lang="en-US" dirty="0" smtClean="0"/>
              <a:t>Don’t pass the buck</a:t>
            </a:r>
            <a:endParaRPr lang="en-US" dirty="0" smtClean="0"/>
          </a:p>
          <a:p>
            <a:pPr lvl="1"/>
            <a:r>
              <a:rPr lang="en-US" dirty="0" smtClean="0"/>
              <a:t>New responsibilities may be created to fulfill the collaboration</a:t>
            </a:r>
            <a:endParaRPr lang="en-US" dirty="0"/>
          </a:p>
        </p:txBody>
      </p:sp>
      <mc:AlternateContent xmlns:mc="http://schemas.openxmlformats.org/markup-compatibility/2006" xmlns:p14="http://schemas.microsoft.com/office/powerpoint/2010/main">
        <mc:Choice Requires="p14">
          <p:contentPart r:id="rId1" p14:bwMode="auto">
            <p14:nvContentPartPr>
              <p14:cNvPr id="8198" name="Ink 8197"/>
              <p14:cNvContentPartPr/>
              <p14:nvPr/>
            </p14:nvContentPartPr>
            <p14:xfrm>
              <a:off x="9153525" y="4030663"/>
              <a:ext cx="6350" cy="11113"/>
            </p14:xfrm>
          </p:contentPart>
        </mc:Choice>
        <mc:Fallback xmlns="">
          <p:pic>
            <p:nvPicPr>
              <p:cNvPr id="8198" name="Ink 8197"/>
            </p:nvPicPr>
            <p:blipFill>
              <a:blip r:embed="rId2"/>
            </p:blipFill>
            <p:spPr>
              <a:xfrm>
                <a:off x="9153525" y="4030663"/>
                <a:ext cx="6350" cy="11113"/>
              </a:xfrm>
              <a:prstGeom prst="rect"/>
            </p:spPr>
          </p:pic>
        </mc:Fallback>
      </mc:AlternateContent>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1026" name="Picture 2"/>
          <p:cNvPicPr>
            <a:picLocks noChangeAspect="1" noChangeArrowheads="1"/>
          </p:cNvPicPr>
          <p:nvPr/>
        </p:nvPicPr>
        <p:blipFill>
          <a:blip r:embed="rId1"/>
          <a:srcRect/>
          <a:stretch>
            <a:fillRect/>
          </a:stretch>
        </p:blipFill>
        <p:spPr bwMode="auto">
          <a:xfrm>
            <a:off x="304800" y="-1"/>
            <a:ext cx="8534400" cy="6715991"/>
          </a:xfrm>
          <a:prstGeom prst="rect">
            <a:avLst/>
          </a:prstGeom>
          <a:noFill/>
          <a:ln w="9525">
            <a:noFill/>
            <a:miter lim="800000"/>
            <a:headEnd/>
            <a:tailEnd/>
          </a:ln>
          <a:effectLst/>
        </p:spPr>
      </p:pic>
      <mc:AlternateContent xmlns:mc="http://schemas.openxmlformats.org/markup-compatibility/2006" xmlns:p14="http://schemas.microsoft.com/office/powerpoint/2010/main">
        <mc:Choice Requires="p14">
          <p:contentPart r:id="rId2" p14:bwMode="auto">
            <p14:nvContentPartPr>
              <p14:cNvPr id="9217" name="Ink 9216"/>
              <p14:cNvContentPartPr/>
              <p14:nvPr/>
            </p14:nvContentPartPr>
            <p14:xfrm>
              <a:off x="5562600" y="5945188"/>
              <a:ext cx="1588" cy="1588"/>
            </p14:xfrm>
          </p:contentPart>
        </mc:Choice>
        <mc:Fallback xmlns="">
          <p:pic>
            <p:nvPicPr>
              <p:cNvPr id="9217" name="Ink 9216"/>
            </p:nvPicPr>
            <p:blipFill>
              <a:blip r:embed="rId3"/>
            </p:blipFill>
            <p:spPr>
              <a:xfrm>
                <a:off x="5562600" y="5945188"/>
                <a:ext cx="1588" cy="1588"/>
              </a:xfrm>
              <a:prstGeom prst="rect"/>
            </p:spPr>
          </p:pic>
        </mc:Fallback>
      </mc:AlternateContent>
      <mc:AlternateContent xmlns:mc="http://schemas.openxmlformats.org/markup-compatibility/2006" xmlns:p14="http://schemas.microsoft.com/office/powerpoint/2010/main">
        <mc:Choice Requires="p14">
          <p:contentPart r:id="rId4" p14:bwMode="auto">
            <p14:nvContentPartPr>
              <p14:cNvPr id="9218" name="Ink 9217"/>
              <p14:cNvContentPartPr/>
              <p14:nvPr/>
            </p14:nvContentPartPr>
            <p14:xfrm>
              <a:off x="52184300" y="84370863"/>
              <a:ext cx="0" cy="0"/>
            </p14:xfrm>
          </p:contentPart>
        </mc:Choice>
        <mc:Fallback xmlns="">
          <p:pic>
            <p:nvPicPr>
              <p:cNvPr id="9218" name="Ink 9217"/>
            </p:nvPicPr>
            <p:blipFill>
              <a:blip r:embed="rId5"/>
            </p:blipFill>
            <p:spPr>
              <a:xfrm>
                <a:off x="52184300" y="84370863"/>
                <a:ext cx="0" cy="0"/>
              </a:xfrm>
              <a:prstGeom prst="rect"/>
            </p:spPr>
          </p:pic>
        </mc:Fallback>
      </mc:AlternateContent>
      <mc:AlternateContent xmlns:mc="http://schemas.openxmlformats.org/markup-compatibility/2006" xmlns:p14="http://schemas.microsoft.com/office/powerpoint/2010/main">
        <mc:Choice Requires="p14">
          <p:contentPart r:id="rId6" p14:bwMode="auto">
            <p14:nvContentPartPr>
              <p14:cNvPr id="9219" name="Ink 9218"/>
              <p14:cNvContentPartPr/>
              <p14:nvPr/>
            </p14:nvContentPartPr>
            <p14:xfrm>
              <a:off x="5383213" y="790575"/>
              <a:ext cx="1816100" cy="128588"/>
            </p14:xfrm>
          </p:contentPart>
        </mc:Choice>
        <mc:Fallback xmlns="">
          <p:pic>
            <p:nvPicPr>
              <p:cNvPr id="9219" name="Ink 9218"/>
            </p:nvPicPr>
            <p:blipFill>
              <a:blip r:embed="rId7"/>
            </p:blipFill>
            <p:spPr>
              <a:xfrm>
                <a:off x="5383213" y="790575"/>
                <a:ext cx="1816100" cy="128588"/>
              </a:xfrm>
              <a:prstGeom prst="rect"/>
            </p:spPr>
          </p:pic>
        </mc:Fallback>
      </mc:AlternateContent>
      <mc:AlternateContent xmlns:mc="http://schemas.openxmlformats.org/markup-compatibility/2006" xmlns:p14="http://schemas.microsoft.com/office/powerpoint/2010/main">
        <mc:Choice Requires="p14">
          <p:contentPart r:id="rId8" p14:bwMode="auto">
            <p14:nvContentPartPr>
              <p14:cNvPr id="9223" name="Ink 9222"/>
              <p14:cNvContentPartPr/>
              <p14:nvPr/>
            </p14:nvContentPartPr>
            <p14:xfrm>
              <a:off x="1316038" y="4371975"/>
              <a:ext cx="739775" cy="715963"/>
            </p14:xfrm>
          </p:contentPart>
        </mc:Choice>
        <mc:Fallback xmlns="">
          <p:pic>
            <p:nvPicPr>
              <p:cNvPr id="9223" name="Ink 9222"/>
            </p:nvPicPr>
            <p:blipFill>
              <a:blip r:embed="rId9"/>
            </p:blipFill>
            <p:spPr>
              <a:xfrm>
                <a:off x="1316038" y="4371975"/>
                <a:ext cx="739775" cy="715963"/>
              </a:xfrm>
              <a:prstGeom prst="rect"/>
            </p:spPr>
          </p:pic>
        </mc:Fallback>
      </mc:AlternateContent>
      <mc:AlternateContent xmlns:mc="http://schemas.openxmlformats.org/markup-compatibility/2006" xmlns:p14="http://schemas.microsoft.com/office/powerpoint/2010/main">
        <mc:Choice Requires="p14">
          <p:contentPart r:id="rId10" p14:bwMode="auto">
            <p14:nvContentPartPr>
              <p14:cNvPr id="9227" name="Ink 9226"/>
              <p14:cNvContentPartPr/>
              <p14:nvPr/>
            </p14:nvContentPartPr>
            <p14:xfrm>
              <a:off x="0" y="0"/>
              <a:ext cx="0" cy="0"/>
            </p14:xfrm>
          </p:contentPart>
        </mc:Choice>
        <mc:Fallback xmlns="">
          <p:pic>
            <p:nvPicPr>
              <p:cNvPr id="9227" name="Ink 9226"/>
            </p:nvPicPr>
            <p:blipFill>
              <a:blip r:embed="rId11"/>
            </p:blipFill>
            <p:spPr>
              <a:xfrm>
                <a:off x="0" y="0"/>
                <a:ext cx="0" cy="0"/>
              </a:xfrm>
              <a:prstGeom prst="rect"/>
            </p:spPr>
          </p:pic>
        </mc:Fallback>
      </mc:AlternateContent>
      <mc:AlternateContent xmlns:mc="http://schemas.openxmlformats.org/markup-compatibility/2006" xmlns:p14="http://schemas.microsoft.com/office/powerpoint/2010/main">
        <mc:Choice Requires="p14">
          <p:contentPart r:id="rId12" p14:bwMode="auto">
            <p14:nvContentPartPr>
              <p14:cNvPr id="9233" name="Ink 9232"/>
              <p14:cNvContentPartPr/>
              <p14:nvPr/>
            </p14:nvContentPartPr>
            <p14:xfrm>
              <a:off x="3251200" y="5060950"/>
              <a:ext cx="49213" cy="22225"/>
            </p14:xfrm>
          </p:contentPart>
        </mc:Choice>
        <mc:Fallback xmlns="">
          <p:pic>
            <p:nvPicPr>
              <p:cNvPr id="9233" name="Ink 9232"/>
            </p:nvPicPr>
            <p:blipFill>
              <a:blip r:embed="rId13"/>
            </p:blipFill>
            <p:spPr>
              <a:xfrm>
                <a:off x="3251200" y="5060950"/>
                <a:ext cx="49213" cy="22225"/>
              </a:xfrm>
              <a:prstGeom prst="rect"/>
            </p:spPr>
          </p:pic>
        </mc:Fallback>
      </mc:AlternateContent>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sz="quarter" idx="1"/>
          </p:nvPr>
        </p:nvSpPr>
        <p:spPr/>
        <p:txBody>
          <a:bodyPr/>
          <a:lstStyle/>
          <a:p>
            <a:endParaRPr lang="en-US" dirty="0"/>
          </a:p>
        </p:txBody>
      </p:sp>
      <p:pic>
        <p:nvPicPr>
          <p:cNvPr id="43010" name="Picture 2"/>
          <p:cNvPicPr>
            <a:picLocks noChangeAspect="1" noChangeArrowheads="1"/>
          </p:cNvPicPr>
          <p:nvPr/>
        </p:nvPicPr>
        <p:blipFill>
          <a:blip r:embed="rId1"/>
          <a:srcRect l="37482" t="11458" r="20937" b="4167"/>
          <a:stretch>
            <a:fillRect/>
          </a:stretch>
        </p:blipFill>
        <p:spPr bwMode="auto">
          <a:xfrm>
            <a:off x="1447800" y="33270"/>
            <a:ext cx="5715000" cy="6519930"/>
          </a:xfrm>
          <a:prstGeom prst="rect">
            <a:avLst/>
          </a:prstGeom>
          <a:noFill/>
          <a:ln w="9525">
            <a:noFill/>
            <a:miter lim="800000"/>
            <a:headEnd/>
            <a:tailEnd/>
          </a:ln>
          <a:effectLst/>
        </p:spPr>
      </p:pic>
      <mc:AlternateContent xmlns:mc="http://schemas.openxmlformats.org/markup-compatibility/2006" xmlns:p14="http://schemas.microsoft.com/office/powerpoint/2010/main">
        <mc:Choice Requires="p14">
          <p:contentPart r:id="rId2" p14:bwMode="auto">
            <p14:nvContentPartPr>
              <p14:cNvPr id="10248" name="Ink 10247"/>
              <p14:cNvContentPartPr/>
              <p14:nvPr/>
            </p14:nvContentPartPr>
            <p14:xfrm>
              <a:off x="3211513" y="1206500"/>
              <a:ext cx="795338" cy="157163"/>
            </p14:xfrm>
          </p:contentPart>
        </mc:Choice>
        <mc:Fallback xmlns="">
          <p:pic>
            <p:nvPicPr>
              <p:cNvPr id="10248" name="Ink 10247"/>
            </p:nvPicPr>
            <p:blipFill>
              <a:blip r:embed="rId3"/>
            </p:blipFill>
            <p:spPr>
              <a:xfrm>
                <a:off x="3211513" y="1206500"/>
                <a:ext cx="795338" cy="157163"/>
              </a:xfrm>
              <a:prstGeom prst="rect"/>
            </p:spPr>
          </p:pic>
        </mc:Fallback>
      </mc:AlternateContent>
      <mc:AlternateContent xmlns:mc="http://schemas.openxmlformats.org/markup-compatibility/2006" xmlns:p14="http://schemas.microsoft.com/office/powerpoint/2010/main">
        <mc:Choice Requires="p14">
          <p:contentPart r:id="rId4" p14:bwMode="auto">
            <p14:nvContentPartPr>
              <p14:cNvPr id="10249" name="Ink 10248"/>
              <p14:cNvContentPartPr/>
              <p14:nvPr/>
            </p14:nvContentPartPr>
            <p14:xfrm>
              <a:off x="2549525" y="1462088"/>
              <a:ext cx="3175" cy="6350"/>
            </p14:xfrm>
          </p:contentPart>
        </mc:Choice>
        <mc:Fallback xmlns="">
          <p:pic>
            <p:nvPicPr>
              <p:cNvPr id="10249" name="Ink 10248"/>
            </p:nvPicPr>
            <p:blipFill>
              <a:blip r:embed="rId5"/>
            </p:blipFill>
            <p:spPr>
              <a:xfrm>
                <a:off x="2549525" y="1462088"/>
                <a:ext cx="3175" cy="6350"/>
              </a:xfrm>
              <a:prstGeom prst="rect"/>
            </p:spPr>
          </p:pic>
        </mc:Fallback>
      </mc:AlternateContent>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标题 16"/>
          <p:cNvSpPr>
            <a:spLocks noGrp="1"/>
          </p:cNvSpPr>
          <p:nvPr>
            <p:ph type="title"/>
            <p:custDataLst>
              <p:tags r:id="rId1"/>
            </p:custDataLst>
          </p:nvPr>
        </p:nvSpPr>
        <p:spPr>
          <a:xfrm>
            <a:off x="763905" y="1490186"/>
            <a:ext cx="6577965" cy="572453"/>
          </a:xfrm>
        </p:spPr>
        <p:txBody>
          <a:bodyPr vert="horz" wrap="square" lIns="0" tIns="34290" rIns="67627" bIns="34290" rtlCol="0" anchor="b" anchorCtr="0">
            <a:normAutofit/>
          </a:bodyPr>
          <a:lstStyle/>
          <a:p>
            <a:pPr lvl="0" algn="l">
              <a:lnSpc>
                <a:spcPct val="90000"/>
              </a:lnSpc>
              <a:buClrTx/>
              <a:buSzTx/>
              <a:buFontTx/>
            </a:pPr>
            <a:endParaRPr lang="en-US" spc="0" dirty="0">
              <a:solidFill>
                <a:schemeClr val="tx1"/>
              </a:solidFill>
              <a:latin typeface="+mj-lt"/>
              <a:sym typeface="+mn-ea"/>
            </a:endParaRPr>
          </a:p>
        </p:txBody>
      </p:sp>
      <p:sp>
        <p:nvSpPr>
          <p:cNvPr id="22" name="矩形 21"/>
          <p:cNvSpPr/>
          <p:nvPr>
            <p:custDataLst>
              <p:tags r:id="rId2"/>
            </p:custDataLst>
          </p:nvPr>
        </p:nvSpPr>
        <p:spPr>
          <a:xfrm>
            <a:off x="7972425" y="857250"/>
            <a:ext cx="1219200" cy="51435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latin typeface="Arial" panose="020B0604020202020204" pitchFamily="34" charset="0"/>
              <a:sym typeface="Arial" panose="020B0604020202020204" pitchFamily="34" charset="0"/>
            </a:endParaRPr>
          </a:p>
        </p:txBody>
      </p:sp>
      <p:sp>
        <p:nvSpPr>
          <p:cNvPr id="21" name="圆角矩形 20"/>
          <p:cNvSpPr/>
          <p:nvPr>
            <p:custDataLst>
              <p:tags r:id="rId3"/>
            </p:custDataLst>
          </p:nvPr>
        </p:nvSpPr>
        <p:spPr>
          <a:xfrm>
            <a:off x="4857750" y="2481739"/>
            <a:ext cx="4009549" cy="2892743"/>
          </a:xfrm>
          <a:prstGeom prst="roundRect">
            <a:avLst>
              <a:gd name="adj" fmla="val 3764"/>
            </a:avLst>
          </a:prstGeom>
          <a:solidFill>
            <a:schemeClr val="lt1">
              <a:lumMod val="100000"/>
              <a:alpha val="30000"/>
            </a:schemeClr>
          </a:solidFill>
          <a:ln>
            <a:noFill/>
          </a:ln>
          <a:effectLst>
            <a:outerShdw blurRad="254000" dist="25400" dir="2700000" algn="tl" rotWithShape="0">
              <a:schemeClr val="tx1">
                <a:lumMod val="50000"/>
                <a:lumOff val="50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en-US" sz="1350">
              <a:latin typeface="Arial" panose="020B0604020202020204" pitchFamily="34" charset="0"/>
              <a:sym typeface="+mn-lt"/>
            </a:endParaRPr>
          </a:p>
        </p:txBody>
      </p:sp>
      <p:sp>
        <p:nvSpPr>
          <p:cNvPr id="23" name="圆角矩形 22"/>
          <p:cNvSpPr/>
          <p:nvPr>
            <p:custDataLst>
              <p:tags r:id="rId4"/>
            </p:custDataLst>
          </p:nvPr>
        </p:nvSpPr>
        <p:spPr>
          <a:xfrm>
            <a:off x="4708208" y="2272189"/>
            <a:ext cx="4009549" cy="2892743"/>
          </a:xfrm>
          <a:prstGeom prst="roundRect">
            <a:avLst>
              <a:gd name="adj" fmla="val 3764"/>
            </a:avLst>
          </a:prstGeom>
          <a:solidFill>
            <a:schemeClr val="lt1">
              <a:lumMod val="100000"/>
              <a:alpha val="40000"/>
            </a:schemeClr>
          </a:solidFill>
          <a:ln>
            <a:noFill/>
          </a:ln>
          <a:effectLst>
            <a:outerShdw blurRad="254000" dist="25400" dir="2700000" algn="tl" rotWithShape="0">
              <a:schemeClr val="tx1">
                <a:lumMod val="50000"/>
                <a:lumOff val="50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en-US" sz="1350">
              <a:latin typeface="Arial" panose="020B0604020202020204" pitchFamily="34" charset="0"/>
              <a:sym typeface="+mn-lt"/>
            </a:endParaRPr>
          </a:p>
        </p:txBody>
      </p:sp>
      <p:sp>
        <p:nvSpPr>
          <p:cNvPr id="24" name="圆角矩形 23"/>
          <p:cNvSpPr/>
          <p:nvPr>
            <p:custDataLst>
              <p:tags r:id="rId5"/>
            </p:custDataLst>
          </p:nvPr>
        </p:nvSpPr>
        <p:spPr>
          <a:xfrm>
            <a:off x="4551521" y="2062639"/>
            <a:ext cx="4009549" cy="2892743"/>
          </a:xfrm>
          <a:prstGeom prst="roundRect">
            <a:avLst>
              <a:gd name="adj" fmla="val 3764"/>
            </a:avLst>
          </a:prstGeom>
          <a:solidFill>
            <a:schemeClr val="lt1">
              <a:lumMod val="100000"/>
            </a:schemeClr>
          </a:solidFill>
          <a:ln>
            <a:noFill/>
          </a:ln>
          <a:effectLst>
            <a:outerShdw blurRad="254000" dist="25400" dir="2700000" algn="tl" rotWithShape="0">
              <a:schemeClr val="tx1">
                <a:lumMod val="50000"/>
                <a:lumOff val="50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en-US" sz="1350">
              <a:latin typeface="Arial" panose="020B0604020202020204" pitchFamily="34" charset="0"/>
              <a:sym typeface="+mn-lt"/>
            </a:endParaRPr>
          </a:p>
        </p:txBody>
      </p:sp>
      <p:pic>
        <p:nvPicPr>
          <p:cNvPr id="25" name="图片 24" descr="VCG41N1380127221"/>
          <p:cNvPicPr>
            <a:picLocks noChangeAspect="1"/>
          </p:cNvPicPr>
          <p:nvPr>
            <p:custDataLst>
              <p:tags r:id="rId6"/>
            </p:custDataLst>
          </p:nvPr>
        </p:nvPicPr>
        <p:blipFill>
          <a:blip r:embed="rId7"/>
          <a:srcRect/>
          <a:stretch>
            <a:fillRect/>
          </a:stretch>
        </p:blipFill>
        <p:spPr>
          <a:xfrm>
            <a:off x="4789646" y="2287429"/>
            <a:ext cx="3533775" cy="2443163"/>
          </a:xfrm>
          <a:custGeom>
            <a:avLst/>
            <a:gdLst/>
            <a:ahLst/>
            <a:cxnLst>
              <a:cxn ang="3">
                <a:pos x="hc" y="t"/>
              </a:cxn>
              <a:cxn ang="cd2">
                <a:pos x="l" y="vc"/>
              </a:cxn>
              <a:cxn ang="cd4">
                <a:pos x="hc" y="b"/>
              </a:cxn>
              <a:cxn ang="0">
                <a:pos x="r" y="vc"/>
              </a:cxn>
            </a:cxnLst>
            <a:rect l="l" t="t" r="r" b="b"/>
            <a:pathLst>
              <a:path w="7420" h="3602">
                <a:moveTo>
                  <a:pt x="136" y="0"/>
                </a:moveTo>
                <a:lnTo>
                  <a:pt x="7284" y="0"/>
                </a:lnTo>
                <a:cubicBezTo>
                  <a:pt x="7359" y="0"/>
                  <a:pt x="7420" y="61"/>
                  <a:pt x="7420" y="136"/>
                </a:cubicBezTo>
                <a:lnTo>
                  <a:pt x="7420" y="3466"/>
                </a:lnTo>
                <a:cubicBezTo>
                  <a:pt x="7420" y="3541"/>
                  <a:pt x="7359" y="3602"/>
                  <a:pt x="7284" y="3602"/>
                </a:cubicBezTo>
                <a:lnTo>
                  <a:pt x="136" y="3602"/>
                </a:lnTo>
                <a:cubicBezTo>
                  <a:pt x="61" y="3602"/>
                  <a:pt x="0" y="3541"/>
                  <a:pt x="0" y="3466"/>
                </a:cubicBezTo>
                <a:lnTo>
                  <a:pt x="0" y="136"/>
                </a:lnTo>
                <a:cubicBezTo>
                  <a:pt x="0" y="61"/>
                  <a:pt x="61" y="0"/>
                  <a:pt x="136" y="0"/>
                </a:cubicBezTo>
                <a:close/>
              </a:path>
            </a:pathLst>
          </a:custGeom>
          <a:ln w="3175" cap="flat" cmpd="sng" algn="ctr">
            <a:solidFill>
              <a:schemeClr val="tx1">
                <a:lumMod val="40000"/>
                <a:lumOff val="60000"/>
                <a:alpha val="20000"/>
              </a:schemeClr>
            </a:solidFill>
            <a:prstDash val="solid"/>
            <a:round/>
            <a:headEnd type="none" w="med" len="med"/>
            <a:tailEnd type="none" w="med" len="med"/>
          </a:ln>
        </p:spPr>
      </p:pic>
      <p:sp>
        <p:nvSpPr>
          <p:cNvPr id="2" name="矩形 1"/>
          <p:cNvSpPr/>
          <p:nvPr>
            <p:custDataLst>
              <p:tags r:id="rId8"/>
            </p:custDataLst>
          </p:nvPr>
        </p:nvSpPr>
        <p:spPr>
          <a:xfrm>
            <a:off x="744855" y="4503896"/>
            <a:ext cx="3322320" cy="294799"/>
          </a:xfrm>
          <a:prstGeom prst="rect">
            <a:avLst/>
          </a:prstGeom>
          <a:noFill/>
        </p:spPr>
        <p:txBody>
          <a:bodyPr wrap="square" lIns="0" tIns="0" rIns="0" bIns="27146" rtlCol="0" anchor="b" anchorCtr="0">
            <a:normAutofit/>
          </a:bodyPr>
          <a:lstStyle/>
          <a:p>
            <a:pPr>
              <a:spcBef>
                <a:spcPct val="0"/>
              </a:spcBef>
              <a:spcAft>
                <a:spcPct val="0"/>
              </a:spcAft>
              <a:buClr>
                <a:srgbClr val="000000"/>
              </a:buClr>
              <a:buSzPct val="70000"/>
            </a:pPr>
            <a:r>
              <a:rPr lang="en-US" sz="1350" b="1" dirty="0">
                <a:solidFill>
                  <a:schemeClr val="accent1"/>
                </a:solidFill>
                <a:latin typeface="+mj-lt"/>
                <a:sym typeface="+mn-ea"/>
              </a:rPr>
              <a:t>Your title here</a:t>
            </a:r>
            <a:endParaRPr lang="en-US" sz="1350" b="1" dirty="0">
              <a:solidFill>
                <a:schemeClr val="accent1"/>
              </a:solidFill>
              <a:latin typeface="+mj-lt"/>
              <a:sym typeface="+mn-ea"/>
            </a:endParaRPr>
          </a:p>
        </p:txBody>
      </p:sp>
      <p:sp>
        <p:nvSpPr>
          <p:cNvPr id="3" name="矩形 2"/>
          <p:cNvSpPr/>
          <p:nvPr>
            <p:custDataLst>
              <p:tags r:id="rId9"/>
            </p:custDataLst>
          </p:nvPr>
        </p:nvSpPr>
        <p:spPr>
          <a:xfrm>
            <a:off x="744855" y="4859179"/>
            <a:ext cx="3322797" cy="450533"/>
          </a:xfrm>
          <a:prstGeom prst="rect">
            <a:avLst/>
          </a:prstGeom>
          <a:noFill/>
        </p:spPr>
        <p:txBody>
          <a:bodyPr wrap="square" lIns="0" tIns="0" rIns="0" bIns="0" rtlCol="0" anchor="t" anchorCtr="0">
            <a:normAutofit lnSpcReduction="10000"/>
          </a:bodyPr>
          <a:lstStyle/>
          <a:p>
            <a:pPr>
              <a:lnSpc>
                <a:spcPct val="150000"/>
              </a:lnSpc>
              <a:spcBef>
                <a:spcPct val="0"/>
              </a:spcBef>
              <a:spcAft>
                <a:spcPct val="0"/>
              </a:spcAft>
              <a:buClr>
                <a:srgbClr val="376FFF"/>
              </a:buClr>
              <a:buSzPct val="80000"/>
            </a:pPr>
            <a:r>
              <a:rPr lang="en-US" sz="1050">
                <a:solidFill>
                  <a:schemeClr val="tx1">
                    <a:lumMod val="85000"/>
                    <a:lumOff val="15000"/>
                  </a:schemeClr>
                </a:solidFill>
                <a:latin typeface="+mn-lt"/>
                <a:sym typeface="+mn-ea"/>
              </a:rPr>
              <a:t>Presentations are communication tools that can be used as demonstrations.</a:t>
            </a:r>
            <a:endParaRPr lang="en-US" sz="1050">
              <a:solidFill>
                <a:schemeClr val="tx1">
                  <a:lumMod val="85000"/>
                  <a:lumOff val="15000"/>
                </a:schemeClr>
              </a:solidFill>
              <a:latin typeface="+mn-lt"/>
              <a:sym typeface="+mn-ea"/>
            </a:endParaRPr>
          </a:p>
        </p:txBody>
      </p:sp>
      <p:sp>
        <p:nvSpPr>
          <p:cNvPr id="4" name="矩形 3"/>
          <p:cNvSpPr/>
          <p:nvPr>
            <p:custDataLst>
              <p:tags r:id="rId10"/>
            </p:custDataLst>
          </p:nvPr>
        </p:nvSpPr>
        <p:spPr>
          <a:xfrm>
            <a:off x="744855" y="3575209"/>
            <a:ext cx="3322320" cy="294799"/>
          </a:xfrm>
          <a:prstGeom prst="rect">
            <a:avLst/>
          </a:prstGeom>
          <a:noFill/>
        </p:spPr>
        <p:txBody>
          <a:bodyPr wrap="square" lIns="0" tIns="0" rIns="0" bIns="27146" rtlCol="0" anchor="b" anchorCtr="0">
            <a:normAutofit/>
          </a:bodyPr>
          <a:lstStyle/>
          <a:p>
            <a:pPr>
              <a:spcBef>
                <a:spcPct val="0"/>
              </a:spcBef>
              <a:spcAft>
                <a:spcPct val="0"/>
              </a:spcAft>
              <a:buClr>
                <a:srgbClr val="000000"/>
              </a:buClr>
              <a:buSzPct val="70000"/>
            </a:pPr>
            <a:r>
              <a:rPr lang="en-US" sz="1350" b="1" dirty="0">
                <a:solidFill>
                  <a:schemeClr val="accent1"/>
                </a:solidFill>
                <a:latin typeface="+mj-lt"/>
                <a:sym typeface="+mn-ea"/>
              </a:rPr>
              <a:t>Your title here</a:t>
            </a:r>
            <a:endParaRPr lang="en-US" sz="1350" b="1" dirty="0">
              <a:solidFill>
                <a:schemeClr val="accent1"/>
              </a:solidFill>
              <a:latin typeface="+mj-lt"/>
              <a:sym typeface="+mn-ea"/>
            </a:endParaRPr>
          </a:p>
        </p:txBody>
      </p:sp>
      <p:sp>
        <p:nvSpPr>
          <p:cNvPr id="5" name="矩形 4"/>
          <p:cNvSpPr/>
          <p:nvPr>
            <p:custDataLst>
              <p:tags r:id="rId11"/>
            </p:custDataLst>
          </p:nvPr>
        </p:nvSpPr>
        <p:spPr>
          <a:xfrm>
            <a:off x="744855" y="3930491"/>
            <a:ext cx="3322797" cy="450533"/>
          </a:xfrm>
          <a:prstGeom prst="rect">
            <a:avLst/>
          </a:prstGeom>
          <a:noFill/>
        </p:spPr>
        <p:txBody>
          <a:bodyPr wrap="square" lIns="0" tIns="0" rIns="0" bIns="0" rtlCol="0" anchor="t" anchorCtr="0">
            <a:normAutofit lnSpcReduction="10000"/>
          </a:bodyPr>
          <a:lstStyle/>
          <a:p>
            <a:pPr>
              <a:lnSpc>
                <a:spcPct val="150000"/>
              </a:lnSpc>
              <a:spcBef>
                <a:spcPct val="0"/>
              </a:spcBef>
              <a:spcAft>
                <a:spcPct val="0"/>
              </a:spcAft>
              <a:buClr>
                <a:srgbClr val="376FFF"/>
              </a:buClr>
              <a:buSzPct val="80000"/>
            </a:pPr>
            <a:r>
              <a:rPr lang="en-US" sz="1050">
                <a:solidFill>
                  <a:schemeClr val="tx1">
                    <a:lumMod val="85000"/>
                    <a:lumOff val="15000"/>
                  </a:schemeClr>
                </a:solidFill>
                <a:latin typeface="+mn-lt"/>
                <a:sym typeface="+mn-ea"/>
              </a:rPr>
              <a:t>Presentations are communication tools that can be used as demonstrations.</a:t>
            </a:r>
            <a:endParaRPr lang="en-US" sz="1050">
              <a:solidFill>
                <a:schemeClr val="tx1">
                  <a:lumMod val="85000"/>
                  <a:lumOff val="15000"/>
                </a:schemeClr>
              </a:solidFill>
              <a:latin typeface="+mn-lt"/>
              <a:sym typeface="+mn-ea"/>
            </a:endParaRPr>
          </a:p>
        </p:txBody>
      </p:sp>
      <p:sp>
        <p:nvSpPr>
          <p:cNvPr id="6" name="矩形 5"/>
          <p:cNvSpPr/>
          <p:nvPr>
            <p:custDataLst>
              <p:tags r:id="rId12"/>
            </p:custDataLst>
          </p:nvPr>
        </p:nvSpPr>
        <p:spPr>
          <a:xfrm>
            <a:off x="744855" y="2646521"/>
            <a:ext cx="3322320" cy="294799"/>
          </a:xfrm>
          <a:prstGeom prst="rect">
            <a:avLst/>
          </a:prstGeom>
          <a:noFill/>
        </p:spPr>
        <p:txBody>
          <a:bodyPr wrap="square" lIns="0" tIns="0" rIns="0" bIns="27146" rtlCol="0" anchor="b" anchorCtr="0">
            <a:normAutofit/>
          </a:bodyPr>
          <a:lstStyle/>
          <a:p>
            <a:pPr>
              <a:spcBef>
                <a:spcPct val="0"/>
              </a:spcBef>
              <a:spcAft>
                <a:spcPct val="0"/>
              </a:spcAft>
              <a:buClr>
                <a:srgbClr val="000000"/>
              </a:buClr>
              <a:buSzPct val="70000"/>
            </a:pPr>
            <a:r>
              <a:rPr lang="en-US" sz="1350" b="1" dirty="0">
                <a:solidFill>
                  <a:schemeClr val="accent1"/>
                </a:solidFill>
                <a:latin typeface="+mj-lt"/>
                <a:sym typeface="+mn-ea"/>
              </a:rPr>
              <a:t>Your title here</a:t>
            </a:r>
            <a:endParaRPr lang="en-US" sz="1350" b="1" dirty="0">
              <a:solidFill>
                <a:schemeClr val="accent1"/>
              </a:solidFill>
              <a:latin typeface="+mj-lt"/>
              <a:sym typeface="+mn-ea"/>
            </a:endParaRPr>
          </a:p>
        </p:txBody>
      </p:sp>
      <p:sp>
        <p:nvSpPr>
          <p:cNvPr id="7" name="矩形 6"/>
          <p:cNvSpPr/>
          <p:nvPr>
            <p:custDataLst>
              <p:tags r:id="rId13"/>
            </p:custDataLst>
          </p:nvPr>
        </p:nvSpPr>
        <p:spPr>
          <a:xfrm>
            <a:off x="744855" y="3001804"/>
            <a:ext cx="3322797" cy="450533"/>
          </a:xfrm>
          <a:prstGeom prst="rect">
            <a:avLst/>
          </a:prstGeom>
          <a:noFill/>
        </p:spPr>
        <p:txBody>
          <a:bodyPr wrap="square" lIns="0" tIns="0" rIns="0" bIns="0" rtlCol="0" anchor="t" anchorCtr="0">
            <a:normAutofit lnSpcReduction="10000"/>
          </a:bodyPr>
          <a:lstStyle/>
          <a:p>
            <a:pPr>
              <a:lnSpc>
                <a:spcPct val="150000"/>
              </a:lnSpc>
              <a:spcBef>
                <a:spcPct val="0"/>
              </a:spcBef>
              <a:spcAft>
                <a:spcPct val="0"/>
              </a:spcAft>
              <a:buClr>
                <a:srgbClr val="376FFF"/>
              </a:buClr>
              <a:buSzPct val="80000"/>
            </a:pPr>
            <a:r>
              <a:rPr lang="en-US" sz="1050" dirty="0">
                <a:solidFill>
                  <a:schemeClr val="tx1">
                    <a:lumMod val="85000"/>
                    <a:lumOff val="15000"/>
                  </a:schemeClr>
                </a:solidFill>
                <a:latin typeface="+mn-lt"/>
                <a:sym typeface="+mn-ea"/>
              </a:rPr>
              <a:t>Presentations are communication tools that can be used as demonstrations.</a:t>
            </a:r>
            <a:endParaRPr lang="en-US" sz="1050" dirty="0">
              <a:solidFill>
                <a:schemeClr val="tx1">
                  <a:lumMod val="85000"/>
                  <a:lumOff val="15000"/>
                </a:schemeClr>
              </a:solidFill>
              <a:latin typeface="+mn-lt"/>
              <a:sym typeface="+mn-ea"/>
            </a:endParaRPr>
          </a:p>
        </p:txBody>
      </p:sp>
    </p:spTree>
    <p:custDataLst>
      <p:tags r:id="rId14"/>
    </p:custData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Creating CRC Model</a:t>
            </a:r>
            <a:endParaRPr lang="en-US" dirty="0"/>
          </a:p>
        </p:txBody>
      </p:sp>
      <p:sp>
        <p:nvSpPr>
          <p:cNvPr id="3" name="Content Placeholder 2"/>
          <p:cNvSpPr>
            <a:spLocks noGrp="1"/>
          </p:cNvSpPr>
          <p:nvPr>
            <p:ph idx="1"/>
          </p:nvPr>
        </p:nvSpPr>
        <p:spPr/>
        <p:txBody>
          <a:bodyPr>
            <a:normAutofit/>
          </a:bodyPr>
          <a:lstStyle/>
          <a:p>
            <a:pPr marL="514350" indent="-514350">
              <a:buFont typeface="+mj-lt"/>
              <a:buAutoNum type="arabicPeriod"/>
            </a:pPr>
            <a:r>
              <a:rPr lang="en-US" sz="2800" dirty="0" smtClean="0"/>
              <a:t>Put together the CRC modeling team.</a:t>
            </a:r>
            <a:endParaRPr lang="en-US" sz="2800" dirty="0" smtClean="0"/>
          </a:p>
          <a:p>
            <a:pPr marL="514350" indent="-514350">
              <a:buFont typeface="+mj-lt"/>
              <a:buAutoNum type="arabicPeriod"/>
            </a:pPr>
            <a:r>
              <a:rPr lang="en-US" sz="2800" dirty="0" smtClean="0"/>
              <a:t>Organize the modeling room.</a:t>
            </a:r>
            <a:endParaRPr lang="en-US" sz="2800" dirty="0" smtClean="0"/>
          </a:p>
          <a:p>
            <a:pPr marL="514350" indent="-514350">
              <a:buFont typeface="+mj-lt"/>
              <a:buAutoNum type="arabicPeriod"/>
            </a:pPr>
            <a:r>
              <a:rPr lang="en-US" sz="2800" dirty="0" smtClean="0"/>
              <a:t>Do some brainstorming.</a:t>
            </a:r>
            <a:endParaRPr lang="en-US" sz="2800" dirty="0" smtClean="0"/>
          </a:p>
          <a:p>
            <a:pPr marL="514350" indent="-514350">
              <a:buFont typeface="+mj-lt"/>
              <a:buAutoNum type="arabicPeriod"/>
            </a:pPr>
            <a:r>
              <a:rPr lang="en-US" sz="2800" dirty="0" smtClean="0"/>
              <a:t>Explain the CRC modeling technique.</a:t>
            </a:r>
            <a:endParaRPr lang="en-US" sz="2800" dirty="0" smtClean="0"/>
          </a:p>
          <a:p>
            <a:pPr marL="514350" indent="-514350">
              <a:buFont typeface="+mj-lt"/>
              <a:buAutoNum type="arabicPeriod"/>
            </a:pPr>
            <a:r>
              <a:rPr lang="en-US" sz="2800" dirty="0" smtClean="0"/>
              <a:t>Iteratively perform the steps of CRC modeling.</a:t>
            </a:r>
            <a:endParaRPr lang="en-US" sz="2800" dirty="0" smtClean="0"/>
          </a:p>
          <a:p>
            <a:pPr marL="514350" indent="-514350">
              <a:buFont typeface="+mj-lt"/>
              <a:buAutoNum type="arabicPeriod"/>
            </a:pPr>
            <a:r>
              <a:rPr lang="en-US" sz="2800" dirty="0" smtClean="0"/>
              <a:t>Perform use-case scenario testing.</a:t>
            </a:r>
            <a:endParaRPr lang="en-US" sz="2800" dirty="0"/>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CRC Team</a:t>
            </a:r>
            <a:endParaRPr lang="en-US" dirty="0"/>
          </a:p>
        </p:txBody>
      </p:sp>
      <p:sp>
        <p:nvSpPr>
          <p:cNvPr id="3" name="Content Placeholder 2"/>
          <p:cNvSpPr>
            <a:spLocks noGrp="1"/>
          </p:cNvSpPr>
          <p:nvPr>
            <p:ph idx="1"/>
          </p:nvPr>
        </p:nvSpPr>
        <p:spPr/>
        <p:txBody>
          <a:bodyPr>
            <a:normAutofit/>
          </a:bodyPr>
          <a:lstStyle/>
          <a:p>
            <a:r>
              <a:rPr lang="en-US" b="1" dirty="0" smtClean="0"/>
              <a:t>Business Domain Experts (BDEs). </a:t>
            </a:r>
            <a:endParaRPr lang="en-US" dirty="0" smtClean="0"/>
          </a:p>
          <a:p>
            <a:r>
              <a:rPr lang="en-US" b="1" dirty="0" smtClean="0"/>
              <a:t>Facilitator. </a:t>
            </a:r>
            <a:endParaRPr lang="en-US" b="1" dirty="0" smtClean="0"/>
          </a:p>
          <a:p>
            <a:r>
              <a:rPr lang="en-US" b="1" dirty="0" smtClean="0"/>
              <a:t>Scribe(s). </a:t>
            </a:r>
            <a:endParaRPr lang="en-US" b="1" dirty="0" smtClean="0"/>
          </a:p>
          <a:p>
            <a:r>
              <a:rPr lang="en-US" b="1" dirty="0" smtClean="0"/>
              <a:t>Observers. </a:t>
            </a:r>
            <a:endParaRPr lang="en-US" dirty="0"/>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Room preparation</a:t>
            </a:r>
            <a:endParaRPr lang="en-US" dirty="0"/>
          </a:p>
        </p:txBody>
      </p:sp>
      <p:sp>
        <p:nvSpPr>
          <p:cNvPr id="3" name="Content Placeholder 2"/>
          <p:cNvSpPr>
            <a:spLocks noGrp="1"/>
          </p:cNvSpPr>
          <p:nvPr>
            <p:ph idx="1"/>
          </p:nvPr>
        </p:nvSpPr>
        <p:spPr/>
        <p:txBody>
          <a:bodyPr/>
          <a:lstStyle/>
          <a:p>
            <a:r>
              <a:rPr lang="en-US" b="1" dirty="0" smtClean="0"/>
              <a:t>Reserve a meeting room that has something write on.</a:t>
            </a:r>
            <a:endParaRPr lang="en-US" b="1" dirty="0" smtClean="0"/>
          </a:p>
          <a:p>
            <a:r>
              <a:rPr lang="en-US" b="1" dirty="0" smtClean="0"/>
              <a:t>Bring CRC modeling supplies.</a:t>
            </a:r>
            <a:endParaRPr lang="en-US" b="1" dirty="0" smtClean="0"/>
          </a:p>
          <a:p>
            <a:r>
              <a:rPr lang="en-US" b="1" dirty="0" smtClean="0"/>
              <a:t>Have a modeling table</a:t>
            </a:r>
            <a:endParaRPr lang="en-US" b="1" dirty="0" smtClean="0"/>
          </a:p>
          <a:p>
            <a:r>
              <a:rPr lang="en-US" b="1" dirty="0" smtClean="0"/>
              <a:t>Have chairs and desks for the scribe(s).</a:t>
            </a:r>
            <a:endParaRPr lang="en-US" b="1" dirty="0" smtClean="0"/>
          </a:p>
          <a:p>
            <a:r>
              <a:rPr lang="en-US" b="1" dirty="0" smtClean="0"/>
              <a:t>Have chairs for the BDEs.</a:t>
            </a:r>
            <a:endParaRPr lang="en-US" b="1" dirty="0" smtClean="0"/>
          </a:p>
          <a:p>
            <a:r>
              <a:rPr lang="en-US" b="1" dirty="0" smtClean="0"/>
              <a:t>Have chairs for the observers</a:t>
            </a:r>
            <a:endParaRPr lang="en-US" dirty="0"/>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Brainstorming</a:t>
            </a:r>
            <a:endParaRPr lang="en-US" dirty="0"/>
          </a:p>
        </p:txBody>
      </p:sp>
      <p:sp>
        <p:nvSpPr>
          <p:cNvPr id="3" name="Content Placeholder 2"/>
          <p:cNvSpPr>
            <a:spLocks noGrp="1"/>
          </p:cNvSpPr>
          <p:nvPr>
            <p:ph idx="1"/>
          </p:nvPr>
        </p:nvSpPr>
        <p:spPr/>
        <p:txBody>
          <a:bodyPr>
            <a:noAutofit/>
          </a:bodyPr>
          <a:lstStyle/>
          <a:p>
            <a:pPr>
              <a:buNone/>
            </a:pPr>
            <a:r>
              <a:rPr lang="en-US" sz="2400" dirty="0" smtClean="0"/>
              <a:t>Set of questions:</a:t>
            </a:r>
            <a:endParaRPr lang="en-US" sz="2400" dirty="0" smtClean="0"/>
          </a:p>
          <a:p>
            <a:r>
              <a:rPr lang="en-US" sz="2000" dirty="0" smtClean="0"/>
              <a:t>Who is this system for?</a:t>
            </a:r>
            <a:endParaRPr lang="en-US" sz="2000" dirty="0" smtClean="0"/>
          </a:p>
          <a:p>
            <a:r>
              <a:rPr lang="en-US" sz="2000" dirty="0" smtClean="0"/>
              <a:t>What will they do with the system?</a:t>
            </a:r>
            <a:endParaRPr lang="en-US" sz="2000" dirty="0" smtClean="0"/>
          </a:p>
          <a:p>
            <a:r>
              <a:rPr lang="en-US" sz="2000" dirty="0" smtClean="0"/>
              <a:t>Why do we do this?</a:t>
            </a:r>
            <a:endParaRPr lang="en-US" sz="2000" dirty="0" smtClean="0"/>
          </a:p>
          <a:p>
            <a:r>
              <a:rPr lang="en-US" sz="2000" dirty="0" smtClean="0"/>
              <a:t>Why do we do this the way that we do?</a:t>
            </a:r>
            <a:endParaRPr lang="en-US" sz="2000" dirty="0" smtClean="0"/>
          </a:p>
          <a:p>
            <a:r>
              <a:rPr lang="en-US" sz="2000" dirty="0" smtClean="0"/>
              <a:t>What business needs does this system support?</a:t>
            </a:r>
            <a:endParaRPr lang="en-US" sz="2000" dirty="0" smtClean="0"/>
          </a:p>
          <a:p>
            <a:r>
              <a:rPr lang="en-US" sz="2000" dirty="0" smtClean="0"/>
              <a:t>What do/will our customers want/demand from us?</a:t>
            </a:r>
            <a:endParaRPr lang="en-US" sz="2000" dirty="0" smtClean="0"/>
          </a:p>
          <a:p>
            <a:r>
              <a:rPr lang="en-US" sz="2000" dirty="0" smtClean="0"/>
              <a:t>How is the business changing?</a:t>
            </a:r>
            <a:endParaRPr lang="en-US" sz="2000" dirty="0" smtClean="0"/>
          </a:p>
          <a:p>
            <a:r>
              <a:rPr lang="en-US" sz="2000" dirty="0" smtClean="0"/>
              <a:t>What is our competition doing? Why? How can we do it better?</a:t>
            </a:r>
            <a:endParaRPr lang="en-US" sz="2000" dirty="0" smtClean="0"/>
          </a:p>
          <a:p>
            <a:r>
              <a:rPr lang="en-US" sz="2000" dirty="0" smtClean="0"/>
              <a:t>Do we even need to do this?</a:t>
            </a:r>
            <a:endParaRPr lang="en-US" sz="2000" dirty="0" smtClean="0"/>
          </a:p>
          <a:p>
            <a:r>
              <a:rPr lang="en-US" sz="2000" dirty="0" smtClean="0"/>
              <a:t>If we were starting from scratch, how would we do this?</a:t>
            </a:r>
            <a:endParaRPr lang="en-US" sz="2000" dirty="0" smtClean="0"/>
          </a:p>
          <a:p>
            <a:r>
              <a:rPr lang="en-US" sz="2000" dirty="0" smtClean="0"/>
              <a:t>Just because we were successful in the past doing this, will we be successful in the future?</a:t>
            </a:r>
            <a:endParaRPr lang="en-US" sz="2000" dirty="0" smtClean="0"/>
          </a:p>
        </p:txBody>
      </p:sp>
      <mc:AlternateContent xmlns:mc="http://schemas.openxmlformats.org/markup-compatibility/2006" xmlns:p14="http://schemas.microsoft.com/office/powerpoint/2010/main">
        <mc:Choice Requires="p14">
          <p:contentPart r:id="rId1" p14:bwMode="auto">
            <p14:nvContentPartPr>
              <p14:cNvPr id="13314" name="Ink 13313"/>
              <p14:cNvContentPartPr/>
              <p14:nvPr/>
            </p14:nvContentPartPr>
            <p14:xfrm>
              <a:off x="4640263" y="4645025"/>
              <a:ext cx="1588" cy="1588"/>
            </p14:xfrm>
          </p:contentPart>
        </mc:Choice>
        <mc:Fallback xmlns="">
          <p:pic>
            <p:nvPicPr>
              <p:cNvPr id="13314" name="Ink 13313"/>
            </p:nvPicPr>
            <p:blipFill>
              <a:blip r:embed="rId2"/>
            </p:blipFill>
            <p:spPr>
              <a:xfrm>
                <a:off x="4640263" y="4645025"/>
                <a:ext cx="1588" cy="1588"/>
              </a:xfrm>
              <a:prstGeom prst="rect"/>
            </p:spPr>
          </p:pic>
        </mc:Fallback>
      </mc:AlternateContent>
      <mc:AlternateContent xmlns:mc="http://schemas.openxmlformats.org/markup-compatibility/2006" xmlns:p14="http://schemas.microsoft.com/office/powerpoint/2010/main">
        <mc:Choice Requires="p14">
          <p:contentPart r:id="rId3" p14:bwMode="auto">
            <p14:nvContentPartPr>
              <p14:cNvPr id="13316" name="Ink 13315"/>
              <p14:cNvContentPartPr/>
              <p14:nvPr/>
            </p14:nvContentPartPr>
            <p14:xfrm>
              <a:off x="5611813" y="5730875"/>
              <a:ext cx="12700" cy="11113"/>
            </p14:xfrm>
          </p:contentPart>
        </mc:Choice>
        <mc:Fallback xmlns="">
          <p:pic>
            <p:nvPicPr>
              <p:cNvPr id="13316" name="Ink 13315"/>
            </p:nvPicPr>
            <p:blipFill>
              <a:blip r:embed="rId4"/>
            </p:blipFill>
            <p:spPr>
              <a:xfrm>
                <a:off x="5611813" y="5730875"/>
                <a:ext cx="12700" cy="11113"/>
              </a:xfrm>
              <a:prstGeom prst="rect"/>
            </p:spPr>
          </p:pic>
        </mc:Fallback>
      </mc:AlternateContent>
      <mc:AlternateContent xmlns:mc="http://schemas.openxmlformats.org/markup-compatibility/2006" xmlns:p14="http://schemas.microsoft.com/office/powerpoint/2010/main">
        <mc:Choice Requires="p14">
          <p:contentPart r:id="rId5" p14:bwMode="auto">
            <p14:nvContentPartPr>
              <p14:cNvPr id="13317" name="Ink 13316"/>
              <p14:cNvContentPartPr/>
              <p14:nvPr/>
            </p14:nvContentPartPr>
            <p14:xfrm>
              <a:off x="3333750" y="6219825"/>
              <a:ext cx="200025" cy="196850"/>
            </p14:xfrm>
          </p:contentPart>
        </mc:Choice>
        <mc:Fallback xmlns="">
          <p:pic>
            <p:nvPicPr>
              <p:cNvPr id="13317" name="Ink 13316"/>
            </p:nvPicPr>
            <p:blipFill>
              <a:blip r:embed="rId6"/>
            </p:blipFill>
            <p:spPr>
              <a:xfrm>
                <a:off x="3333750" y="6219825"/>
                <a:ext cx="200025" cy="196850"/>
              </a:xfrm>
              <a:prstGeom prst="rect"/>
            </p:spPr>
          </p:pic>
        </mc:Fallback>
      </mc:AlternateContent>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Brainstorming (cont…)</a:t>
            </a:r>
            <a:endParaRPr lang="en-US" dirty="0"/>
          </a:p>
        </p:txBody>
      </p:sp>
      <p:sp>
        <p:nvSpPr>
          <p:cNvPr id="3" name="Content Placeholder 2"/>
          <p:cNvSpPr>
            <a:spLocks noGrp="1"/>
          </p:cNvSpPr>
          <p:nvPr>
            <p:ph idx="1"/>
          </p:nvPr>
        </p:nvSpPr>
        <p:spPr/>
        <p:txBody>
          <a:bodyPr>
            <a:normAutofit fontScale="55000" lnSpcReduction="20000"/>
          </a:bodyPr>
          <a:lstStyle/>
          <a:p>
            <a:r>
              <a:rPr lang="en-US" dirty="0" smtClean="0"/>
              <a:t>Can we combine several jobs into one? Do we want to?</a:t>
            </a:r>
            <a:endParaRPr lang="en-US" dirty="0" smtClean="0"/>
          </a:p>
          <a:p>
            <a:r>
              <a:rPr lang="en-US" dirty="0" smtClean="0"/>
              <a:t>How will people’s jobs be affected? Are we empowering or disempowering them?</a:t>
            </a:r>
            <a:endParaRPr lang="en-US" dirty="0" smtClean="0"/>
          </a:p>
          <a:p>
            <a:r>
              <a:rPr lang="en-US" dirty="0" smtClean="0"/>
              <a:t>What information will people need to do their jobs?</a:t>
            </a:r>
            <a:endParaRPr lang="en-US" dirty="0" smtClean="0"/>
          </a:p>
          <a:p>
            <a:r>
              <a:rPr lang="en-US" dirty="0" smtClean="0"/>
              <a:t>Is work being performed where it makes the most sense?</a:t>
            </a:r>
            <a:endParaRPr lang="en-US" dirty="0" smtClean="0"/>
          </a:p>
          <a:p>
            <a:r>
              <a:rPr lang="en-US" dirty="0" smtClean="0"/>
              <a:t>Are there any trivial tasks that we can automate?</a:t>
            </a:r>
            <a:endParaRPr lang="en-US" dirty="0" smtClean="0"/>
          </a:p>
          <a:p>
            <a:r>
              <a:rPr lang="en-US" dirty="0" smtClean="0"/>
              <a:t>Are people performing only the complex tasks that the system can’t handle?</a:t>
            </a:r>
            <a:endParaRPr lang="en-US" dirty="0" smtClean="0"/>
          </a:p>
          <a:p>
            <a:r>
              <a:rPr lang="en-US" dirty="0" smtClean="0"/>
              <a:t>Will the system pay for itself?</a:t>
            </a:r>
            <a:endParaRPr lang="en-US" dirty="0" smtClean="0"/>
          </a:p>
          <a:p>
            <a:r>
              <a:rPr lang="en-US" dirty="0" smtClean="0"/>
              <a:t>Does the system support teamwork, or does it hinder it?</a:t>
            </a:r>
            <a:endParaRPr lang="en-US" dirty="0" smtClean="0"/>
          </a:p>
          <a:p>
            <a:r>
              <a:rPr lang="en-US" dirty="0" smtClean="0"/>
              <a:t>Do our users have the skills/education necessary to use this system? What training will they need?</a:t>
            </a:r>
            <a:endParaRPr lang="en-US" dirty="0" smtClean="0"/>
          </a:p>
          <a:p>
            <a:r>
              <a:rPr lang="en-US" dirty="0" smtClean="0"/>
              <a:t>What are our organization’s strategic goals and objectives? Does this system support them?</a:t>
            </a:r>
            <a:endParaRPr lang="en-US" dirty="0" smtClean="0"/>
          </a:p>
          <a:p>
            <a:r>
              <a:rPr lang="en-US" dirty="0" smtClean="0"/>
              <a:t>How can we do this faster?</a:t>
            </a:r>
            <a:endParaRPr lang="en-US" dirty="0" smtClean="0"/>
          </a:p>
          <a:p>
            <a:r>
              <a:rPr lang="en-US" dirty="0" smtClean="0"/>
              <a:t>How can we do this cheaper?</a:t>
            </a:r>
            <a:endParaRPr lang="en-US" dirty="0" smtClean="0"/>
          </a:p>
          <a:p>
            <a:r>
              <a:rPr lang="en-US" dirty="0" smtClean="0"/>
              <a:t>How can we do this better?</a:t>
            </a:r>
            <a:endParaRPr lang="en-US" dirty="0" smtClean="0"/>
          </a:p>
        </p:txBody>
      </p:sp>
      <mc:AlternateContent xmlns:mc="http://schemas.openxmlformats.org/markup-compatibility/2006" xmlns:p14="http://schemas.microsoft.com/office/powerpoint/2010/main">
        <mc:Choice Requires="p14">
          <p:contentPart r:id="rId1" p14:bwMode="auto">
            <p14:nvContentPartPr>
              <p14:cNvPr id="14338" name="Ink 14337"/>
              <p14:cNvContentPartPr/>
              <p14:nvPr/>
            </p14:nvContentPartPr>
            <p14:xfrm>
              <a:off x="0" y="0"/>
              <a:ext cx="0" cy="0"/>
            </p14:xfrm>
          </p:contentPart>
        </mc:Choice>
        <mc:Fallback xmlns="">
          <p:pic>
            <p:nvPicPr>
              <p:cNvPr id="14338" name="Ink 14337"/>
            </p:nvPicPr>
            <p:blipFill>
              <a:blip r:embed="rId2"/>
            </p:blipFill>
            <p:spPr>
              <a:xfrm>
                <a:off x="0" y="0"/>
                <a:ext cx="0" cy="0"/>
              </a:xfrm>
              <a:prstGeom prst="rect"/>
            </p:spPr>
          </p:pic>
        </mc:Fallback>
      </mc:AlternateContent>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Explain the CRC Modeling Technique</a:t>
            </a:r>
            <a:endParaRPr lang="en-US" dirty="0"/>
          </a:p>
        </p:txBody>
      </p:sp>
      <p:sp>
        <p:nvSpPr>
          <p:cNvPr id="3" name="Content Placeholder 2"/>
          <p:cNvSpPr>
            <a:spLocks noGrp="1"/>
          </p:cNvSpPr>
          <p:nvPr>
            <p:ph idx="1"/>
          </p:nvPr>
        </p:nvSpPr>
        <p:spPr/>
        <p:txBody>
          <a:bodyPr>
            <a:normAutofit/>
          </a:bodyPr>
          <a:lstStyle/>
          <a:p>
            <a:r>
              <a:rPr lang="en-US" dirty="0" smtClean="0"/>
              <a:t>Facilitator should describe the CRC modeling process. This usually takes between ten and fifteen minutes and will often include the creation of several example CRC cards.</a:t>
            </a:r>
            <a:endParaRPr lang="en-US" dirty="0" smtClean="0"/>
          </a:p>
          <a:p>
            <a:r>
              <a:rPr lang="en-US" dirty="0" smtClean="0"/>
              <a:t>Lead BDEs through creation of example CRC cards</a:t>
            </a:r>
            <a:endParaRPr lang="en-US" dirty="0"/>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endParaRPr lang="en-US"/>
          </a:p>
        </p:txBody>
      </p:sp>
      <p:sp>
        <p:nvSpPr>
          <p:cNvPr id="3" name="Content Placeholder 2"/>
          <p:cNvSpPr>
            <a:spLocks noGrp="1"/>
          </p:cNvSpPr>
          <p:nvPr>
            <p:ph idx="1"/>
          </p:nvPr>
        </p:nvSpPr>
        <p:spPr>
          <a:xfrm>
            <a:off x="457200" y="304800"/>
            <a:ext cx="8229600" cy="6019800"/>
          </a:xfrm>
        </p:spPr>
        <p:txBody>
          <a:bodyPr>
            <a:normAutofit fontScale="85000" lnSpcReduction="20000"/>
          </a:bodyPr>
          <a:lstStyle/>
          <a:p>
            <a:r>
              <a:rPr lang="en-US" dirty="0" smtClean="0"/>
              <a:t>Define use-cases</a:t>
            </a:r>
            <a:endParaRPr lang="en-US" dirty="0" smtClean="0"/>
          </a:p>
          <a:p>
            <a:pPr lvl="1"/>
            <a:r>
              <a:rPr lang="en-US" dirty="0" smtClean="0"/>
              <a:t>The BDEs will identify them as responsibilities of actor classes</a:t>
            </a:r>
            <a:endParaRPr lang="en-US" dirty="0" smtClean="0"/>
          </a:p>
          <a:p>
            <a:pPr lvl="1"/>
            <a:r>
              <a:rPr lang="en-US" dirty="0" smtClean="0"/>
              <a:t>Do some brainstorming</a:t>
            </a:r>
            <a:endParaRPr lang="en-US" dirty="0" smtClean="0"/>
          </a:p>
          <a:p>
            <a:pPr lvl="1"/>
            <a:r>
              <a:rPr lang="en-US" dirty="0" smtClean="0"/>
              <a:t>Transcribe the scenarios onto cards</a:t>
            </a:r>
            <a:endParaRPr lang="en-US" dirty="0" smtClean="0"/>
          </a:p>
          <a:p>
            <a:pPr lvl="1"/>
            <a:endParaRPr lang="en-US" dirty="0" smtClean="0"/>
          </a:p>
          <a:p>
            <a:r>
              <a:rPr lang="en-US" dirty="0" smtClean="0"/>
              <a:t>Arrange the cards on the table</a:t>
            </a:r>
            <a:endParaRPr lang="en-US" dirty="0" smtClean="0"/>
          </a:p>
          <a:p>
            <a:pPr lvl="1"/>
            <a:r>
              <a:rPr lang="en-US" dirty="0" smtClean="0"/>
              <a:t>Cards that collaborate with each other should be close to one another on the desk</a:t>
            </a:r>
            <a:endParaRPr lang="en-US" dirty="0" smtClean="0"/>
          </a:p>
          <a:p>
            <a:pPr lvl="1"/>
            <a:r>
              <a:rPr lang="en-US" dirty="0" smtClean="0"/>
              <a:t>The more that two cards collaborate, the closer that they should be on the desk</a:t>
            </a:r>
            <a:endParaRPr lang="en-US" dirty="0" smtClean="0"/>
          </a:p>
          <a:p>
            <a:pPr lvl="1"/>
            <a:r>
              <a:rPr lang="en-US" dirty="0" smtClean="0"/>
              <a:t>Expect to be moving the cards around a lot at the beginning</a:t>
            </a:r>
            <a:endParaRPr lang="en-US" dirty="0" smtClean="0"/>
          </a:p>
          <a:p>
            <a:pPr lvl="1"/>
            <a:r>
              <a:rPr lang="en-US" dirty="0" smtClean="0"/>
              <a:t>Put "busy" cards towards the center of the table</a:t>
            </a:r>
            <a:endParaRPr lang="en-US" dirty="0" smtClean="0"/>
          </a:p>
          <a:p>
            <a:pPr lvl="1"/>
            <a:r>
              <a:rPr lang="en-US" dirty="0" smtClean="0"/>
              <a:t>Actually move them around</a:t>
            </a:r>
            <a:endParaRPr lang="en-US" dirty="0" smtClean="0"/>
          </a:p>
          <a:p>
            <a:pPr lvl="1"/>
            <a:r>
              <a:rPr lang="en-US" dirty="0" smtClean="0"/>
              <a:t>People will identify relationships/associations between classes as they move them around</a:t>
            </a:r>
            <a:endParaRPr lang="en-US" dirty="0"/>
          </a:p>
        </p:txBody>
      </p:sp>
      <mc:AlternateContent xmlns:mc="http://schemas.openxmlformats.org/markup-compatibility/2006" xmlns:p14="http://schemas.microsoft.com/office/powerpoint/2010/main">
        <mc:Choice Requires="p14">
          <p:contentPart r:id="rId1" p14:bwMode="auto">
            <p14:nvContentPartPr>
              <p14:cNvPr id="15361" name="Ink 15360"/>
              <p14:cNvContentPartPr/>
              <p14:nvPr/>
            </p14:nvContentPartPr>
            <p14:xfrm>
              <a:off x="6124575" y="801688"/>
              <a:ext cx="25400" cy="4763"/>
            </p14:xfrm>
          </p:contentPart>
        </mc:Choice>
        <mc:Fallback xmlns="">
          <p:pic>
            <p:nvPicPr>
              <p:cNvPr id="15361" name="Ink 15360"/>
            </p:nvPicPr>
            <p:blipFill>
              <a:blip r:embed="rId2"/>
            </p:blipFill>
            <p:spPr>
              <a:xfrm>
                <a:off x="6124575" y="801688"/>
                <a:ext cx="25400" cy="4763"/>
              </a:xfrm>
              <a:prstGeom prst="rect"/>
            </p:spPr>
          </p:pic>
        </mc:Fallback>
      </mc:AlternateContent>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smtClean="0"/>
              <a:t>Perform Use-Case Scenario Testing</a:t>
            </a:r>
            <a:endParaRPr lang="en-US" sz="4000" dirty="0"/>
          </a:p>
        </p:txBody>
      </p:sp>
      <p:sp>
        <p:nvSpPr>
          <p:cNvPr id="3" name="Content Placeholder 2"/>
          <p:cNvSpPr>
            <a:spLocks noGrp="1"/>
          </p:cNvSpPr>
          <p:nvPr>
            <p:ph idx="1"/>
          </p:nvPr>
        </p:nvSpPr>
        <p:spPr/>
        <p:txBody>
          <a:bodyPr>
            <a:normAutofit/>
          </a:bodyPr>
          <a:lstStyle/>
          <a:p>
            <a:r>
              <a:rPr lang="en-US" sz="2400" dirty="0" smtClean="0"/>
              <a:t>Call out a new scenario</a:t>
            </a:r>
            <a:endParaRPr lang="en-US" sz="2400" dirty="0" smtClean="0"/>
          </a:p>
          <a:p>
            <a:r>
              <a:rPr lang="en-US" sz="2400" dirty="0" smtClean="0"/>
              <a:t>Determine which card should handle the responsibility</a:t>
            </a:r>
            <a:endParaRPr lang="en-US" sz="2400" dirty="0" smtClean="0"/>
          </a:p>
          <a:p>
            <a:r>
              <a:rPr lang="en-US" sz="2400" dirty="0" smtClean="0"/>
              <a:t>Update the cards whenever necessary</a:t>
            </a:r>
            <a:endParaRPr lang="en-US" sz="2400" dirty="0" smtClean="0"/>
          </a:p>
          <a:p>
            <a:r>
              <a:rPr lang="en-US" sz="2400" dirty="0" smtClean="0"/>
              <a:t>Describe the processing logic</a:t>
            </a:r>
            <a:endParaRPr lang="en-US" sz="2400" dirty="0" smtClean="0"/>
          </a:p>
          <a:p>
            <a:r>
              <a:rPr lang="en-US" sz="2400" dirty="0" smtClean="0"/>
              <a:t>Collaborate if necessary</a:t>
            </a:r>
            <a:endParaRPr lang="en-US" sz="2400" dirty="0" smtClean="0"/>
          </a:p>
          <a:p>
            <a:endParaRPr lang="en-US" sz="2400" dirty="0"/>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How CRC Modeling Fits in?</a:t>
            </a:r>
            <a:endParaRPr lang="en-US" dirty="0"/>
          </a:p>
        </p:txBody>
      </p:sp>
      <p:pic>
        <p:nvPicPr>
          <p:cNvPr id="3074" name="Picture 2"/>
          <p:cNvPicPr>
            <a:picLocks noGrp="1" noChangeAspect="1" noChangeArrowheads="1"/>
          </p:cNvPicPr>
          <p:nvPr>
            <p:ph idx="1"/>
          </p:nvPr>
        </p:nvPicPr>
        <p:blipFill>
          <a:blip r:embed="rId1"/>
          <a:srcRect/>
          <a:stretch>
            <a:fillRect/>
          </a:stretch>
        </p:blipFill>
        <p:spPr bwMode="auto">
          <a:xfrm>
            <a:off x="614362" y="2324894"/>
            <a:ext cx="7915275" cy="3076575"/>
          </a:xfrm>
          <a:prstGeom prst="rect">
            <a:avLst/>
          </a:prstGeom>
          <a:noFill/>
          <a:ln w="9525">
            <a:noFill/>
            <a:miter lim="800000"/>
            <a:headEnd/>
            <a:tailEnd/>
          </a:ln>
          <a:effectLst/>
        </p:spPr>
      </p:pic>
      <mc:AlternateContent xmlns:mc="http://schemas.openxmlformats.org/markup-compatibility/2006" xmlns:p14="http://schemas.microsoft.com/office/powerpoint/2010/main">
        <mc:Choice Requires="p14">
          <p:contentPart r:id="rId2" p14:bwMode="auto">
            <p14:nvContentPartPr>
              <p14:cNvPr id="16385" name="Ink 16384"/>
              <p14:cNvContentPartPr/>
              <p14:nvPr/>
            </p14:nvContentPartPr>
            <p14:xfrm>
              <a:off x="4311650" y="3778250"/>
              <a:ext cx="3175" cy="3175"/>
            </p14:xfrm>
          </p:contentPart>
        </mc:Choice>
        <mc:Fallback xmlns="">
          <p:pic>
            <p:nvPicPr>
              <p:cNvPr id="16385" name="Ink 16384"/>
            </p:nvPicPr>
            <p:blipFill>
              <a:blip r:embed="rId3"/>
            </p:blipFill>
            <p:spPr>
              <a:xfrm>
                <a:off x="4311650" y="3778250"/>
                <a:ext cx="3175" cy="3175"/>
              </a:xfrm>
              <a:prstGeom prst="rect"/>
            </p:spPr>
          </p:pic>
        </mc:Fallback>
      </mc:AlternateContent>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CRC Modeling Tips and Techniques</a:t>
            </a:r>
            <a:endParaRPr lang="en-US" dirty="0"/>
          </a:p>
        </p:txBody>
      </p:sp>
      <p:sp>
        <p:nvSpPr>
          <p:cNvPr id="3" name="Content Placeholder 2"/>
          <p:cNvSpPr>
            <a:spLocks noGrp="1"/>
          </p:cNvSpPr>
          <p:nvPr>
            <p:ph idx="1"/>
          </p:nvPr>
        </p:nvSpPr>
        <p:spPr/>
        <p:txBody>
          <a:bodyPr>
            <a:normAutofit fontScale="85000" lnSpcReduction="20000"/>
          </a:bodyPr>
          <a:lstStyle/>
          <a:p>
            <a:r>
              <a:rPr lang="en-US" dirty="0" smtClean="0"/>
              <a:t>Send ahead an agenda a few days before the modeling session</a:t>
            </a:r>
            <a:endParaRPr lang="en-US" dirty="0" smtClean="0"/>
          </a:p>
          <a:p>
            <a:r>
              <a:rPr lang="en-US" dirty="0" smtClean="0"/>
              <a:t>Prominently display the CRC definitions</a:t>
            </a:r>
            <a:endParaRPr lang="en-US" dirty="0" smtClean="0"/>
          </a:p>
          <a:p>
            <a:r>
              <a:rPr lang="en-US" dirty="0" smtClean="0"/>
              <a:t>Use their terminology</a:t>
            </a:r>
            <a:endParaRPr lang="en-US" dirty="0" smtClean="0"/>
          </a:p>
          <a:p>
            <a:r>
              <a:rPr lang="en-US" dirty="0" smtClean="0"/>
              <a:t>Keep it low tech</a:t>
            </a:r>
            <a:endParaRPr lang="en-US" dirty="0" smtClean="0"/>
          </a:p>
          <a:p>
            <a:r>
              <a:rPr lang="en-US" dirty="0" smtClean="0"/>
              <a:t>Expect to prototype</a:t>
            </a:r>
            <a:endParaRPr lang="en-US" dirty="0" smtClean="0"/>
          </a:p>
          <a:p>
            <a:r>
              <a:rPr lang="en-US" dirty="0" smtClean="0"/>
              <a:t>Expect to take a few days</a:t>
            </a:r>
            <a:endParaRPr lang="en-US" dirty="0" smtClean="0"/>
          </a:p>
          <a:p>
            <a:r>
              <a:rPr lang="en-US" dirty="0" smtClean="0"/>
              <a:t>Get management support</a:t>
            </a:r>
            <a:endParaRPr lang="en-US" dirty="0" smtClean="0"/>
          </a:p>
          <a:p>
            <a:r>
              <a:rPr lang="en-US" dirty="0" smtClean="0"/>
              <a:t>Include CRC modeling in your system development life cycle</a:t>
            </a:r>
            <a:endParaRPr lang="en-US" dirty="0" smtClean="0"/>
          </a:p>
          <a:p>
            <a:r>
              <a:rPr lang="en-US" dirty="0" smtClean="0"/>
              <a:t>Do CRC modeling with front-line staff only</a:t>
            </a:r>
            <a:endParaRPr lang="en-US" dirty="0"/>
          </a:p>
        </p:txBody>
      </p:sp>
      <mc:AlternateContent xmlns:mc="http://schemas.openxmlformats.org/markup-compatibility/2006" xmlns:p14="http://schemas.microsoft.com/office/powerpoint/2010/main">
        <mc:Choice Requires="p14">
          <p:contentPart r:id="rId1" p14:bwMode="auto">
            <p14:nvContentPartPr>
              <p14:cNvPr id="17409" name="Ink 17408"/>
              <p14:cNvContentPartPr/>
              <p14:nvPr/>
            </p14:nvContentPartPr>
            <p14:xfrm>
              <a:off x="4995863" y="5297488"/>
              <a:ext cx="1588" cy="1588"/>
            </p14:xfrm>
          </p:contentPart>
        </mc:Choice>
        <mc:Fallback xmlns="">
          <p:pic>
            <p:nvPicPr>
              <p:cNvPr id="17409" name="Ink 17408"/>
            </p:nvPicPr>
            <p:blipFill>
              <a:blip r:embed="rId2"/>
            </p:blipFill>
            <p:spPr>
              <a:xfrm>
                <a:off x="4995863" y="5297488"/>
                <a:ext cx="1588" cy="1588"/>
              </a:xfrm>
              <a:prstGeom prst="rect"/>
            </p:spPr>
          </p:pic>
        </mc:Fallback>
      </mc:AlternateContent>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Advantages of CRC Modeling</a:t>
            </a:r>
            <a:endParaRPr lang="en-US" dirty="0"/>
          </a:p>
        </p:txBody>
      </p:sp>
      <p:sp>
        <p:nvSpPr>
          <p:cNvPr id="3" name="Content Placeholder 2"/>
          <p:cNvSpPr>
            <a:spLocks noGrp="1"/>
          </p:cNvSpPr>
          <p:nvPr>
            <p:ph idx="1"/>
          </p:nvPr>
        </p:nvSpPr>
        <p:spPr/>
        <p:txBody>
          <a:bodyPr>
            <a:normAutofit lnSpcReduction="10000"/>
          </a:bodyPr>
          <a:lstStyle/>
          <a:p>
            <a:r>
              <a:rPr lang="en-US" smtClean="0"/>
              <a:t>The experts do the analysis</a:t>
            </a:r>
            <a:endParaRPr lang="en-US" smtClean="0"/>
          </a:p>
          <a:p>
            <a:r>
              <a:rPr lang="en-US" smtClean="0"/>
              <a:t>User participation increased</a:t>
            </a:r>
            <a:endParaRPr lang="en-US" smtClean="0"/>
          </a:p>
          <a:p>
            <a:r>
              <a:rPr lang="en-US" smtClean="0"/>
              <a:t>Breaks down communication barriers</a:t>
            </a:r>
            <a:endParaRPr lang="en-US" smtClean="0"/>
          </a:p>
          <a:p>
            <a:r>
              <a:rPr lang="en-US" smtClean="0"/>
              <a:t>It’s simple and straightforward</a:t>
            </a:r>
            <a:endParaRPr lang="en-US" smtClean="0"/>
          </a:p>
          <a:p>
            <a:r>
              <a:rPr lang="en-US" smtClean="0"/>
              <a:t>It’s non-threatening to users</a:t>
            </a:r>
            <a:endParaRPr lang="en-US" smtClean="0"/>
          </a:p>
          <a:p>
            <a:r>
              <a:rPr lang="en-US" smtClean="0"/>
              <a:t>It’s inexpensive and portable</a:t>
            </a:r>
            <a:endParaRPr lang="en-US" smtClean="0"/>
          </a:p>
          <a:p>
            <a:r>
              <a:rPr lang="en-US" smtClean="0"/>
              <a:t>It goes hand-in-hand with prototyping</a:t>
            </a:r>
            <a:endParaRPr lang="en-US" smtClean="0"/>
          </a:p>
          <a:p>
            <a:r>
              <a:rPr lang="en-US" smtClean="0"/>
              <a:t>It leads directly into class diagramming</a:t>
            </a:r>
            <a:endParaRPr lang="en-US" dirty="0"/>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Disadvantages of CRC Modeling</a:t>
            </a:r>
            <a:endParaRPr lang="en-US" dirty="0"/>
          </a:p>
        </p:txBody>
      </p:sp>
      <p:sp>
        <p:nvSpPr>
          <p:cNvPr id="3" name="Content Placeholder 2"/>
          <p:cNvSpPr>
            <a:spLocks noGrp="1"/>
          </p:cNvSpPr>
          <p:nvPr>
            <p:ph idx="1"/>
          </p:nvPr>
        </p:nvSpPr>
        <p:spPr/>
        <p:txBody>
          <a:bodyPr/>
          <a:lstStyle/>
          <a:p>
            <a:r>
              <a:rPr lang="en-US" smtClean="0"/>
              <a:t>It’s threatening to some developers</a:t>
            </a:r>
            <a:endParaRPr lang="en-US" smtClean="0"/>
          </a:p>
          <a:p>
            <a:r>
              <a:rPr lang="en-US" smtClean="0"/>
              <a:t>It’s hard to get users together</a:t>
            </a:r>
            <a:endParaRPr lang="en-US" smtClean="0"/>
          </a:p>
          <a:p>
            <a:r>
              <a:rPr lang="en-US" smtClean="0"/>
              <a:t>CRC cards are limited</a:t>
            </a:r>
            <a:endParaRPr lang="en-US" dirty="0"/>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scene3d>
              <a:camera prst="orthographicFront"/>
              <a:lightRig rig="threePt" dir="t"/>
            </a:scene3d>
          </a:bodyPr>
          <a:p>
            <a:r>
              <a:rPr lang="en-US">
                <a:ln w="12700" cmpd="sng">
                  <a:solidFill>
                    <a:schemeClr val="accent4"/>
                  </a:solidFill>
                  <a:prstDash val="solid"/>
                </a:ln>
                <a:gradFill>
                  <a:gsLst>
                    <a:gs pos="0">
                      <a:schemeClr val="accent4"/>
                    </a:gs>
                    <a:gs pos="4000">
                      <a:schemeClr val="accent4">
                        <a:lumMod val="60000"/>
                        <a:lumOff val="40000"/>
                      </a:schemeClr>
                    </a:gs>
                    <a:gs pos="87000">
                      <a:schemeClr val="accent4">
                        <a:lumMod val="20000"/>
                        <a:lumOff val="80000"/>
                      </a:schemeClr>
                    </a:gs>
                  </a:gsLst>
                  <a:lin ang="5400000"/>
                </a:gradFill>
                <a:effectLst/>
              </a:rPr>
              <a:t>Home-work (3 Solid Marks)</a:t>
            </a:r>
            <a:endParaRPr lang="en-US">
              <a:ln w="12700" cmpd="sng">
                <a:solidFill>
                  <a:schemeClr val="accent4"/>
                </a:solidFill>
                <a:prstDash val="solid"/>
              </a:ln>
              <a:gradFill>
                <a:gsLst>
                  <a:gs pos="0">
                    <a:schemeClr val="accent4"/>
                  </a:gs>
                  <a:gs pos="4000">
                    <a:schemeClr val="accent4">
                      <a:lumMod val="60000"/>
                      <a:lumOff val="40000"/>
                    </a:schemeClr>
                  </a:gs>
                  <a:gs pos="87000">
                    <a:schemeClr val="accent4">
                      <a:lumMod val="20000"/>
                      <a:lumOff val="80000"/>
                    </a:schemeClr>
                  </a:gs>
                </a:gsLst>
                <a:lin ang="5400000"/>
              </a:gradFill>
              <a:effectLst/>
            </a:endParaRPr>
          </a:p>
        </p:txBody>
      </p:sp>
      <p:sp>
        <p:nvSpPr>
          <p:cNvPr id="3" name="Content Placeholder 2"/>
          <p:cNvSpPr>
            <a:spLocks noGrp="1"/>
          </p:cNvSpPr>
          <p:nvPr>
            <p:ph idx="1"/>
          </p:nvPr>
        </p:nvSpPr>
        <p:spPr/>
        <p:txBody>
          <a:bodyPr>
            <a:normAutofit lnSpcReduction="10000"/>
          </a:bodyPr>
          <a:p>
            <a:r>
              <a:rPr lang="en-US" b="1">
                <a:latin typeface="Times New Roman" panose="02020603050405020304" charset="0"/>
                <a:cs typeface="Times New Roman" panose="02020603050405020304" charset="0"/>
              </a:rPr>
              <a:t>Objective</a:t>
            </a:r>
            <a:endParaRPr lang="en-US" b="1">
              <a:latin typeface="Times New Roman" panose="02020603050405020304" charset="0"/>
              <a:cs typeface="Times New Roman" panose="02020603050405020304" charset="0"/>
            </a:endParaRPr>
          </a:p>
          <a:p>
            <a:endParaRPr lang="en-US" b="1">
              <a:latin typeface="Times New Roman" panose="02020603050405020304" charset="0"/>
              <a:cs typeface="Times New Roman" panose="02020603050405020304" charset="0"/>
            </a:endParaRPr>
          </a:p>
          <a:p>
            <a:pPr marL="0" indent="0" algn="just">
              <a:buNone/>
            </a:pPr>
            <a:r>
              <a:rPr lang="en-US" altLang="en-US" sz="2000"/>
              <a:t>This homework aims to help students understand and apply the CRC (Class-Responsibility-Collaboration) technique for object-oriented system design. By completing this task, students will gain insights into identifying system components, their responsibilities, and their collaborations with other components.</a:t>
            </a:r>
            <a:endParaRPr lang="en-US" altLang="en-US" sz="200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b="1"/>
              <a:t>Instructions</a:t>
            </a:r>
            <a:endParaRPr lang="en-US" b="1"/>
          </a:p>
        </p:txBody>
      </p:sp>
      <p:sp>
        <p:nvSpPr>
          <p:cNvPr id="3" name="Content Placeholder 2"/>
          <p:cNvSpPr>
            <a:spLocks noGrp="1"/>
          </p:cNvSpPr>
          <p:nvPr>
            <p:ph idx="1"/>
          </p:nvPr>
        </p:nvSpPr>
        <p:spPr/>
        <p:txBody>
          <a:bodyPr/>
          <a:p>
            <a:r>
              <a:rPr lang="en-US" altLang="en-US" b="1"/>
              <a:t>Choose one of the following systems to design CRC cards for:</a:t>
            </a:r>
            <a:endParaRPr lang="en-US" altLang="en-US" b="1"/>
          </a:p>
          <a:p>
            <a:endParaRPr lang="en-US" altLang="en-US" b="1"/>
          </a:p>
          <a:p>
            <a:pPr marL="514350" indent="-514350">
              <a:buAutoNum type="arabicPeriod"/>
            </a:pPr>
            <a:r>
              <a:rPr lang="en-US" altLang="en-US" sz="2400"/>
              <a:t>An online bookstore</a:t>
            </a:r>
            <a:endParaRPr lang="en-US" altLang="en-US" sz="2400"/>
          </a:p>
          <a:p>
            <a:pPr marL="514350" indent="-514350">
              <a:buAutoNum type="arabicPeriod"/>
            </a:pPr>
            <a:r>
              <a:rPr lang="en-US" altLang="en-US" sz="2400"/>
              <a:t>A smart home system</a:t>
            </a:r>
            <a:endParaRPr lang="en-US" altLang="en-US" sz="2400"/>
          </a:p>
          <a:p>
            <a:pPr marL="514350" indent="-514350">
              <a:buAutoNum type="arabicPeriod"/>
            </a:pPr>
            <a:r>
              <a:rPr lang="en-US" altLang="en-US" sz="2400"/>
              <a:t>A library management system</a:t>
            </a:r>
            <a:endParaRPr lang="en-US" altLang="en-US" sz="2400"/>
          </a:p>
          <a:p>
            <a:pPr marL="514350" indent="-514350">
              <a:buAutoNum type="arabicPeriod"/>
            </a:pPr>
            <a:r>
              <a:rPr lang="en-US" altLang="en-US" sz="2400"/>
              <a:t>[Optional: Students can propose their system, subject to my approval]</a:t>
            </a:r>
            <a:endParaRPr lang="en-US" altLang="en-US" sz="240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b="1"/>
              <a:t>Analysis and Design</a:t>
            </a:r>
            <a:endParaRPr lang="en-US" b="1"/>
          </a:p>
        </p:txBody>
      </p:sp>
      <p:sp>
        <p:nvSpPr>
          <p:cNvPr id="3" name="Content Placeholder 2"/>
          <p:cNvSpPr>
            <a:spLocks noGrp="1"/>
          </p:cNvSpPr>
          <p:nvPr>
            <p:ph idx="1"/>
          </p:nvPr>
        </p:nvSpPr>
        <p:spPr/>
        <p:txBody>
          <a:bodyPr>
            <a:normAutofit lnSpcReduction="20000"/>
          </a:bodyPr>
          <a:p>
            <a:pPr algn="just"/>
            <a:r>
              <a:rPr lang="en-US" altLang="en-US"/>
              <a:t>Identify at least five classes that the chosen system requires.</a:t>
            </a:r>
            <a:endParaRPr lang="en-US" altLang="en-US"/>
          </a:p>
          <a:p>
            <a:pPr marL="0" indent="0" algn="just">
              <a:buNone/>
            </a:pPr>
            <a:endParaRPr lang="en-US" altLang="en-US"/>
          </a:p>
          <a:p>
            <a:pPr algn="just"/>
            <a:r>
              <a:rPr lang="en-US" altLang="en-US" b="1"/>
              <a:t>For each class, define:</a:t>
            </a:r>
            <a:endParaRPr lang="en-US" altLang="en-US" b="1"/>
          </a:p>
          <a:p>
            <a:pPr algn="just">
              <a:buFont typeface="Wingdings" panose="05000000000000000000" charset="0"/>
              <a:buChar char="o"/>
            </a:pPr>
            <a:r>
              <a:rPr lang="en-US" altLang="en-US" sz="2400" b="1"/>
              <a:t>Class Name:</a:t>
            </a:r>
            <a:r>
              <a:rPr lang="en-US" altLang="en-US" sz="2400"/>
              <a:t> Clearly state the name of the class.</a:t>
            </a:r>
            <a:endParaRPr lang="en-US" altLang="en-US" sz="2400"/>
          </a:p>
          <a:p>
            <a:pPr algn="just">
              <a:buFont typeface="Wingdings" panose="05000000000000000000" charset="0"/>
              <a:buChar char="o"/>
            </a:pPr>
            <a:r>
              <a:rPr lang="en-US" altLang="en-US" sz="2400" b="1"/>
              <a:t>Responsibilities: </a:t>
            </a:r>
            <a:r>
              <a:rPr lang="en-US" altLang="en-US" sz="2400"/>
              <a:t>List the main functions, duties, or behaviors the class will perform.</a:t>
            </a:r>
            <a:endParaRPr lang="en-US" altLang="en-US" sz="2400"/>
          </a:p>
          <a:p>
            <a:pPr algn="just">
              <a:buFont typeface="Wingdings" panose="05000000000000000000" charset="0"/>
              <a:buChar char="o"/>
            </a:pPr>
            <a:r>
              <a:rPr lang="en-US" altLang="en-US" sz="2400" b="1"/>
              <a:t>Collaborators: </a:t>
            </a:r>
            <a:r>
              <a:rPr lang="en-US" altLang="en-US" sz="2400"/>
              <a:t>Identify other classes that the class will interact with to fulfill its responsibilities.</a:t>
            </a:r>
            <a:endParaRPr lang="en-US" altLang="en-US" sz="240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tLang="en-US" b="1"/>
              <a:t>Create CRC Cards:</a:t>
            </a:r>
            <a:endParaRPr lang="en-US" altLang="en-US" b="1"/>
          </a:p>
        </p:txBody>
      </p:sp>
      <p:sp>
        <p:nvSpPr>
          <p:cNvPr id="3" name="Content Placeholder 2"/>
          <p:cNvSpPr>
            <a:spLocks noGrp="1"/>
          </p:cNvSpPr>
          <p:nvPr>
            <p:ph idx="1"/>
          </p:nvPr>
        </p:nvSpPr>
        <p:spPr/>
        <p:txBody>
          <a:bodyPr/>
          <a:p>
            <a:pPr algn="just"/>
            <a:r>
              <a:rPr lang="en-US" altLang="en-US" b="1"/>
              <a:t>Use the following template to create CRC cards for each identified class:</a:t>
            </a:r>
            <a:endParaRPr lang="en-US" altLang="en-US" b="1"/>
          </a:p>
        </p:txBody>
      </p:sp>
      <p:pic>
        <p:nvPicPr>
          <p:cNvPr id="43010" name="Picture 2"/>
          <p:cNvPicPr>
            <a:picLocks noChangeAspect="1" noChangeArrowheads="1"/>
          </p:cNvPicPr>
          <p:nvPr/>
        </p:nvPicPr>
        <p:blipFill>
          <a:blip r:embed="rId1"/>
          <a:srcRect l="37482" t="11458" r="20937" b="4167"/>
          <a:stretch>
            <a:fillRect/>
          </a:stretch>
        </p:blipFill>
        <p:spPr bwMode="auto">
          <a:xfrm>
            <a:off x="2819400" y="2743200"/>
            <a:ext cx="3209925" cy="3662680"/>
          </a:xfrm>
          <a:prstGeom prst="rect">
            <a:avLst/>
          </a:prstGeom>
          <a:noFill/>
          <a:ln w="9525">
            <a:noFill/>
            <a:miter lim="800000"/>
            <a:headEnd/>
            <a:tailEnd/>
          </a:ln>
          <a:effectLst/>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tLang="en-US" b="1"/>
              <a:t>Submission Requirements:</a:t>
            </a:r>
            <a:endParaRPr lang="en-US" altLang="en-US" b="1"/>
          </a:p>
        </p:txBody>
      </p:sp>
      <p:sp>
        <p:nvSpPr>
          <p:cNvPr id="3" name="Content Placeholder 2"/>
          <p:cNvSpPr>
            <a:spLocks noGrp="1"/>
          </p:cNvSpPr>
          <p:nvPr>
            <p:ph idx="1"/>
          </p:nvPr>
        </p:nvSpPr>
        <p:spPr/>
        <p:txBody>
          <a:bodyPr/>
          <a:p>
            <a:r>
              <a:rPr lang="en-US" altLang="en-US" b="1"/>
              <a:t>A document (or PDF) containing:</a:t>
            </a:r>
            <a:endParaRPr lang="en-US" altLang="en-US" b="1"/>
          </a:p>
          <a:p>
            <a:pPr algn="just"/>
            <a:r>
              <a:rPr lang="en-US" altLang="en-US" sz="2400"/>
              <a:t>A brief explanation (1-2 paragraphs) of the chosen system and why you selected the identified classes.</a:t>
            </a:r>
            <a:endParaRPr lang="en-US" altLang="en-US" sz="2400"/>
          </a:p>
          <a:p>
            <a:pPr algn="just"/>
            <a:r>
              <a:rPr lang="en-US" altLang="en-US" sz="2400"/>
              <a:t>CRC cards for all identified classes.</a:t>
            </a:r>
            <a:endParaRPr lang="en-US" altLang="en-US" sz="240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tLang="en-US" b="1"/>
              <a:t>Evaluation Criteria:</a:t>
            </a:r>
            <a:endParaRPr lang="en-US" altLang="en-US" b="1"/>
          </a:p>
        </p:txBody>
      </p:sp>
      <p:sp>
        <p:nvSpPr>
          <p:cNvPr id="3" name="Content Placeholder 2"/>
          <p:cNvSpPr>
            <a:spLocks noGrp="1"/>
          </p:cNvSpPr>
          <p:nvPr>
            <p:ph idx="1"/>
          </p:nvPr>
        </p:nvSpPr>
        <p:spPr/>
        <p:txBody>
          <a:bodyPr/>
          <a:p>
            <a:pPr algn="just"/>
            <a:r>
              <a:rPr lang="en-US" altLang="en-US" sz="2400" b="1"/>
              <a:t>Completeness:</a:t>
            </a:r>
            <a:r>
              <a:rPr lang="en-US" altLang="en-US" sz="2400"/>
              <a:t> All required components of CRC cards are present.</a:t>
            </a:r>
            <a:endParaRPr lang="en-US" altLang="en-US" sz="2400"/>
          </a:p>
          <a:p>
            <a:pPr algn="just"/>
            <a:r>
              <a:rPr lang="en-US" altLang="en-US" sz="2400" b="1"/>
              <a:t>Clarity:</a:t>
            </a:r>
            <a:r>
              <a:rPr lang="en-US" altLang="en-US" sz="2400"/>
              <a:t> Responsibilities and collaborations are well-defined and logically structured.</a:t>
            </a:r>
            <a:endParaRPr lang="en-US" altLang="en-US" sz="2400"/>
          </a:p>
          <a:p>
            <a:pPr algn="just"/>
            <a:r>
              <a:rPr lang="en-US" altLang="en-US" sz="2400" b="1"/>
              <a:t>Creativity: </a:t>
            </a:r>
            <a:r>
              <a:rPr lang="en-US" altLang="en-US" sz="2400"/>
              <a:t>Original and thoughtful consideration of system design.</a:t>
            </a:r>
            <a:endParaRPr lang="en-US" altLang="en-US" sz="2400"/>
          </a:p>
          <a:p>
            <a:pPr algn="just"/>
            <a:r>
              <a:rPr lang="en-US" altLang="en-US" sz="2400" b="1"/>
              <a:t>Presentation: </a:t>
            </a:r>
            <a:r>
              <a:rPr lang="en-US" altLang="en-US" sz="2400"/>
              <a:t>Neatness and organization of submitted work.</a:t>
            </a:r>
            <a:endParaRPr lang="en-US" altLang="en-US" sz="240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Reference</a:t>
            </a:r>
            <a:endParaRPr lang="en-US" dirty="0"/>
          </a:p>
        </p:txBody>
      </p:sp>
      <p:sp>
        <p:nvSpPr>
          <p:cNvPr id="3" name="Content Placeholder 2"/>
          <p:cNvSpPr>
            <a:spLocks noGrp="1"/>
          </p:cNvSpPr>
          <p:nvPr>
            <p:ph idx="1"/>
          </p:nvPr>
        </p:nvSpPr>
        <p:spPr/>
        <p:txBody>
          <a:bodyPr/>
          <a:lstStyle/>
          <a:p>
            <a:r>
              <a:rPr lang="en-US" smtClean="0"/>
              <a:t>Ambler, S.W., (1998) CRC Modelling: Bridging the Communication Gap Between Developers and Users, An AmbySoft Inc. White Paper</a:t>
            </a:r>
            <a:endParaRPr lang="en-US" dirty="0"/>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Summary</a:t>
            </a:r>
            <a:endParaRPr lang="en-US" dirty="0"/>
          </a:p>
        </p:txBody>
      </p:sp>
      <p:sp>
        <p:nvSpPr>
          <p:cNvPr id="3" name="Content Placeholder 2"/>
          <p:cNvSpPr>
            <a:spLocks noGrp="1"/>
          </p:cNvSpPr>
          <p:nvPr>
            <p:ph idx="1"/>
          </p:nvPr>
        </p:nvSpPr>
        <p:spPr/>
        <p:txBody>
          <a:bodyPr/>
          <a:lstStyle/>
          <a:p>
            <a:r>
              <a:rPr lang="en-US" dirty="0" smtClean="0"/>
              <a:t>Class Responsibility Collaboration Cards</a:t>
            </a:r>
            <a:endParaRPr lang="en-US" dirty="0" smtClean="0"/>
          </a:p>
          <a:p>
            <a:r>
              <a:rPr lang="en-US" dirty="0" smtClean="0"/>
              <a:t>CRC Models</a:t>
            </a:r>
            <a:endParaRPr lang="en-US" dirty="0" smtClean="0"/>
          </a:p>
          <a:p>
            <a:r>
              <a:rPr lang="en-US" dirty="0" smtClean="0"/>
              <a:t>Creating CRC Models</a:t>
            </a:r>
            <a:endParaRPr lang="en-US" dirty="0" smtClean="0"/>
          </a:p>
          <a:p>
            <a:endParaRPr lang="en-US" dirty="0" smtClean="0"/>
          </a:p>
        </p:txBody>
      </p:sp>
    </p:spTree>
  </p:cSld>
  <p:clrMapOvr>
    <a:masterClrMapping/>
  </p:clrMapOvr>
  <p:timing>
    <p:tnLst>
      <p:par>
        <p:cTn id="1" dur="indefinite" restart="never" nodeType="tmRoot"/>
      </p:par>
    </p:tnLst>
  </p:timing>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5.xml><?xml version="1.0" encoding="utf-8"?>
<p:tagLst xmlns:p="http://schemas.openxmlformats.org/presentationml/2006/main">
  <p:tag name="KSO_WM_UNIT_ISCONTENTSTITLE" val="0"/>
  <p:tag name="KSO_WM_UNIT_ISNUMDGMTITLE" val="0"/>
  <p:tag name="KSO_WM_UNIT_NOCLEAR" val="0"/>
  <p:tag name="KSO_WM_UNIT_VALUE" val="30"/>
  <p:tag name="KSO_WM_UNIT_HIGHLIGHT" val="0"/>
  <p:tag name="KSO_WM_UNIT_COMPATIBLE" val="0"/>
  <p:tag name="KSO_WM_UNIT_DIAGRAM_ISNUMVISUAL" val="0"/>
  <p:tag name="KSO_WM_UNIT_DIAGRAM_ISREFERUNIT" val="0"/>
  <p:tag name="KSO_WM_UNIT_TYPE" val="a"/>
  <p:tag name="KSO_WM_UNIT_INDEX" val="1"/>
  <p:tag name="KSO_WM_UNIT_ID" val="custom20238206_1*a*1"/>
  <p:tag name="KSO_WM_TEMPLATE_CATEGORY" val="custom"/>
  <p:tag name="KSO_WM_TEMPLATE_INDEX" val="20238206"/>
  <p:tag name="KSO_WM_UNIT_LAYERLEVEL" val="1"/>
  <p:tag name="KSO_WM_TAG_VERSION" val="3.0"/>
  <p:tag name="KSO_WM_BEAUTIFY_FLAG" val="#wm#"/>
  <p:tag name="KSO_WM_DIAGRAM_GROUP_CODE" val="l1-1"/>
  <p:tag name="KSO_WM_UNIT_TEXT_FILL_FORE_SCHEMECOLOR_INDEX" val="13"/>
  <p:tag name="KSO_WM_UNIT_TEXT_FILL_TYPE" val="1"/>
  <p:tag name="KSO_WM_UNIT_USESOURCEFORMAT_APPLY" val="1"/>
  <p:tag name="KSO_WM_UNIT_PRESET_TEXT" val="Your title here"/>
</p:tagLst>
</file>

<file path=ppt/tags/tag6.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DIAGRAM_GROUP_CODE" val="l1-1"/>
  <p:tag name="KSO_WM_UNIT_TYPE" val="i"/>
  <p:tag name="KSO_WM_UNIT_INDEX" val="1"/>
  <p:tag name="KSO_WM_UNIT_ID" val="custom20238206_1*i*1"/>
  <p:tag name="KSO_WM_TEMPLATE_CATEGORY" val="custom"/>
  <p:tag name="KSO_WM_TEMPLATE_INDEX" val="20238206"/>
  <p:tag name="KSO_WM_UNIT_LAYERLEVEL" val="1"/>
  <p:tag name="KSO_WM_TAG_VERSION" val="3.0"/>
  <p:tag name="KSO_WM_UNIT_FILL_FORE_SCHEMECOLOR_INDEX" val="5"/>
  <p:tag name="KSO_WM_UNIT_FILL_TYPE" val="1"/>
  <p:tag name="KSO_WM_UNIT_TEXT_FILL_FORE_SCHEMECOLOR_INDEX" val="2"/>
  <p:tag name="KSO_WM_UNIT_TEXT_FILL_TYPE" val="1"/>
  <p:tag name="KSO_WM_UNIT_USESOURCEFORMAT_APPLY" val="1"/>
</p:tagLst>
</file>

<file path=ppt/tags/tag7.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DIAGRAM_GROUP_CODE" val="l1-1"/>
  <p:tag name="KSO_WM_UNIT_TYPE" val="i"/>
  <p:tag name="KSO_WM_UNIT_INDEX" val="2"/>
  <p:tag name="KSO_WM_UNIT_ID" val="custom20238206_1*i*2"/>
  <p:tag name="KSO_WM_TEMPLATE_CATEGORY" val="custom"/>
  <p:tag name="KSO_WM_TEMPLATE_INDEX" val="20238206"/>
  <p:tag name="KSO_WM_UNIT_LAYERLEVEL" val="1"/>
  <p:tag name="KSO_WM_TAG_VERSION" val="3.0"/>
  <p:tag name="KSO_WM_UNIT_FILL_FORE_SCHEMECOLOR_INDEX" val="14"/>
  <p:tag name="KSO_WM_UNIT_FILL_TYPE" val="1"/>
  <p:tag name="KSO_WM_UNIT_SHADOW_SCHEMECOLOR_INDEX" val="13"/>
  <p:tag name="KSO_WM_UNIT_TEXT_FILL_FORE_SCHEMECOLOR_INDEX" val="2"/>
  <p:tag name="KSO_WM_UNIT_TEXT_FILL_TYPE" val="1"/>
  <p:tag name="KSO_WM_UNIT_USESOURCEFORMAT_APPLY" val="1"/>
</p:tagLst>
</file>

<file path=ppt/tags/tag8.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DIAGRAM_GROUP_CODE" val="l1-1"/>
  <p:tag name="KSO_WM_UNIT_TYPE" val="i"/>
  <p:tag name="KSO_WM_UNIT_INDEX" val="3"/>
  <p:tag name="KSO_WM_UNIT_ID" val="custom20238206_1*i*3"/>
  <p:tag name="KSO_WM_TEMPLATE_CATEGORY" val="custom"/>
  <p:tag name="KSO_WM_TEMPLATE_INDEX" val="20238206"/>
  <p:tag name="KSO_WM_UNIT_LAYERLEVEL" val="1"/>
  <p:tag name="KSO_WM_TAG_VERSION" val="3.0"/>
  <p:tag name="KSO_WM_UNIT_FILL_FORE_SCHEMECOLOR_INDEX" val="14"/>
  <p:tag name="KSO_WM_UNIT_FILL_TYPE" val="1"/>
  <p:tag name="KSO_WM_UNIT_SHADOW_SCHEMECOLOR_INDEX" val="13"/>
  <p:tag name="KSO_WM_UNIT_TEXT_FILL_FORE_SCHEMECOLOR_INDEX" val="2"/>
  <p:tag name="KSO_WM_UNIT_TEXT_FILL_TYPE" val="1"/>
  <p:tag name="KSO_WM_UNIT_USESOURCEFORMAT_APPLY" val="1"/>
</p:tagLst>
</file>

<file path=ppt/tags/tag9.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DIAGRAM_GROUP_CODE" val="l1-1"/>
  <p:tag name="KSO_WM_UNIT_TYPE" val="i"/>
  <p:tag name="KSO_WM_UNIT_INDEX" val="4"/>
  <p:tag name="KSO_WM_UNIT_ID" val="custom20238206_1*i*4"/>
  <p:tag name="KSO_WM_TEMPLATE_CATEGORY" val="custom"/>
  <p:tag name="KSO_WM_TEMPLATE_INDEX" val="20238206"/>
  <p:tag name="KSO_WM_UNIT_LAYERLEVEL" val="1"/>
  <p:tag name="KSO_WM_TAG_VERSION" val="3.0"/>
  <p:tag name="KSO_WM_UNIT_FILL_FORE_SCHEMECOLOR_INDEX" val="14"/>
  <p:tag name="KSO_WM_UNIT_FILL_TYPE" val="1"/>
  <p:tag name="KSO_WM_UNIT_SHADOW_SCHEMECOLOR_INDEX" val="13"/>
  <p:tag name="KSO_WM_UNIT_TEXT_FILL_FORE_SCHEMECOLOR_INDEX" val="2"/>
  <p:tag name="KSO_WM_UNIT_TEXT_FILL_TYPE" val="1"/>
  <p:tag name="KSO_WM_UNIT_USESOURCEFORMAT_APPLY" val="1"/>
</p:tagLst>
</file>

<file path=ppt/tags/tag10.xml><?xml version="1.0" encoding="utf-8"?>
<p:tagLst xmlns:p="http://schemas.openxmlformats.org/presentationml/2006/main">
  <p:tag name="KSO_WM_BEAUTIFY_FLAG" val="#wm#"/>
  <p:tag name="KSO_WM_UNIT_VALUE" val="904*1308"/>
  <p:tag name="KSO_WM_UNIT_HIGHLIGHT" val="0"/>
  <p:tag name="KSO_WM_UNIT_COMPATIBLE" val="0"/>
  <p:tag name="KSO_WM_UNIT_DIAGRAM_ISNUMVISUAL" val="0"/>
  <p:tag name="KSO_WM_UNIT_DIAGRAM_ISREFERUNIT" val="0"/>
  <p:tag name="KSO_WM_DIAGRAM_GROUP_CODE" val="l1-1"/>
  <p:tag name="KSO_WM_UNIT_TYPE" val="d"/>
  <p:tag name="KSO_WM_UNIT_INDEX" val="1"/>
  <p:tag name="KSO_WM_UNIT_ID" val="custom20238206_1*d*1"/>
  <p:tag name="KSO_WM_TEMPLATE_CATEGORY" val="custom"/>
  <p:tag name="KSO_WM_TEMPLATE_INDEX" val="20238206"/>
  <p:tag name="KSO_WM_UNIT_LAYERLEVEL" val="1"/>
  <p:tag name="KSO_WM_TAG_VERSION" val="3.0"/>
  <p:tag name="KSO_WM_UNIT_USESOURCEFORMAT_APPLY" val="1"/>
  <p:tag name="KSO_WM_UNIT_LINE_FORE_SCHEMECOLOR_INDEX" val="13"/>
  <p:tag name="KSO_WM_UNIT_LINE_FILL_TYPE" val="2"/>
</p:tagLst>
</file>

<file path=ppt/tags/tag11.xml><?xml version="1.0" encoding="utf-8"?>
<p:tagLst xmlns:p="http://schemas.openxmlformats.org/presentationml/2006/main">
  <p:tag name="KSO_WM_DIAGRAM_MAX_ITEMCNT" val="5"/>
  <p:tag name="KSO_WM_DIAGRAM_MIN_ITEMCNT" val="2"/>
  <p:tag name="KSO_WM_DIAGRAM_VIRTUALLY_FRAME" val="{&quot;height&quot;:402.5,&quot;width&quot;:348.8500671386719}"/>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DIAGRAM_VERSION" val="3"/>
  <p:tag name="KSO_WM_DIAGRAM_COLOR_TRICK" val="1"/>
  <p:tag name="KSO_WM_DIAGRAM_COLOR_TEXT_CAN_REMOVE" val="n"/>
  <p:tag name="KSO_WM_UNIT_ISCONTENTSTITLE" val="0"/>
  <p:tag name="KSO_WM_UNIT_ISNUMDGMTITLE" val="0"/>
  <p:tag name="KSO_WM_UNIT_NOCLEAR" val="0"/>
  <p:tag name="KSO_WM_UNIT_VALUE" val="19"/>
  <p:tag name="KSO_WM_UNIT_HIGHLIGHT" val="0"/>
  <p:tag name="KSO_WM_UNIT_COMPATIBLE" val="0"/>
  <p:tag name="KSO_WM_UNIT_DIAGRAM_ISNUMVISUAL" val="0"/>
  <p:tag name="KSO_WM_UNIT_DIAGRAM_ISREFERUNIT" val="0"/>
  <p:tag name="KSO_WM_DIAGRAM_GROUP_CODE" val="l1-1"/>
  <p:tag name="KSO_WM_UNIT_TYPE" val="l_h_a"/>
  <p:tag name="KSO_WM_UNIT_INDEX" val="1_3_1"/>
  <p:tag name="KSO_WM_UNIT_ID" val="diagram20237916_2*l_h_a*1_3_1"/>
  <p:tag name="KSO_WM_TEMPLATE_CATEGORY" val="diagram"/>
  <p:tag name="KSO_WM_TEMPLATE_INDEX" val="20237916"/>
  <p:tag name="KSO_WM_UNIT_LAYERLEVEL" val="1_1_1"/>
  <p:tag name="KSO_WM_TAG_VERSION" val="3.0"/>
  <p:tag name="KSO_WM_BEAUTIFY_FLAG" val="#wm#"/>
  <p:tag name="KSO_WM_UNIT_TEXT_FILL_FORE_SCHEMECOLOR_INDEX" val="1"/>
  <p:tag name="KSO_WM_UNIT_TEXT_FILL_TYPE" val="1"/>
  <p:tag name="KSO_WM_UNIT_PRESET_TEXT" val="Your title here"/>
  <p:tag name="KSO_WM_UNIT_USESOURCEFORMAT_APPLY" val="1"/>
</p:tagLst>
</file>

<file path=ppt/tags/tag12.xml><?xml version="1.0" encoding="utf-8"?>
<p:tagLst xmlns:p="http://schemas.openxmlformats.org/presentationml/2006/main">
  <p:tag name="KSO_WM_DIAGRAM_MAX_ITEMCNT" val="5"/>
  <p:tag name="KSO_WM_DIAGRAM_MIN_ITEMCNT" val="2"/>
  <p:tag name="KSO_WM_DIAGRAM_VIRTUALLY_FRAME" val="{&quot;height&quot;:402.5,&quot;width&quot;:348.8500671386719}"/>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VERSION" val="3"/>
  <p:tag name="KSO_WM_DIAGRAM_COLOR_TRICK" val="1"/>
  <p:tag name="KSO_WM_DIAGRAM_COLOR_TEXT_CAN_REMOVE" val="n"/>
  <p:tag name="KSO_WM_UNIT_SUBTYPE" val="a"/>
  <p:tag name="KSO_WM_UNIT_NOCLEAR" val="0"/>
  <p:tag name="KSO_WM_UNIT_VALUE" val="48"/>
  <p:tag name="KSO_WM_UNIT_HIGHLIGHT" val="0"/>
  <p:tag name="KSO_WM_UNIT_COMPATIBLE" val="0"/>
  <p:tag name="KSO_WM_UNIT_DIAGRAM_ISNUMVISUAL" val="0"/>
  <p:tag name="KSO_WM_UNIT_DIAGRAM_ISREFERUNIT" val="0"/>
  <p:tag name="KSO_WM_DIAGRAM_GROUP_CODE" val="l1-1"/>
  <p:tag name="KSO_WM_UNIT_TYPE" val="l_h_f"/>
  <p:tag name="KSO_WM_UNIT_INDEX" val="1_3_1"/>
  <p:tag name="KSO_WM_UNIT_ID" val="diagram20237916_2*l_h_f*1_3_1"/>
  <p:tag name="KSO_WM_TEMPLATE_CATEGORY" val="diagram"/>
  <p:tag name="KSO_WM_TEMPLATE_INDEX" val="20237916"/>
  <p:tag name="KSO_WM_UNIT_LAYERLEVEL" val="1_1_1"/>
  <p:tag name="KSO_WM_TAG_VERSION" val="3.0"/>
  <p:tag name="KSO_WM_BEAUTIFY_FLAG" val="#wm#"/>
  <p:tag name="KSO_WM_UNIT_TEXT_FILL_FORE_SCHEMECOLOR_INDEX" val="1"/>
  <p:tag name="KSO_WM_UNIT_TEXT_FILL_TYPE" val="1"/>
  <p:tag name="KSO_WM_UNIT_PRESET_TEXT" val="Presentations are communication tools that can be used as demonstrations."/>
  <p:tag name="KSO_WM_UNIT_USESOURCEFORMAT_APPLY" val="1"/>
</p:tagLst>
</file>

<file path=ppt/tags/tag13.xml><?xml version="1.0" encoding="utf-8"?>
<p:tagLst xmlns:p="http://schemas.openxmlformats.org/presentationml/2006/main">
  <p:tag name="KSO_WM_DIAGRAM_MAX_ITEMCNT" val="5"/>
  <p:tag name="KSO_WM_DIAGRAM_MIN_ITEMCNT" val="2"/>
  <p:tag name="KSO_WM_DIAGRAM_VIRTUALLY_FRAME" val="{&quot;height&quot;:402.5,&quot;width&quot;:348.8500671386719}"/>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DIAGRAM_VERSION" val="3"/>
  <p:tag name="KSO_WM_DIAGRAM_COLOR_TRICK" val="1"/>
  <p:tag name="KSO_WM_DIAGRAM_COLOR_TEXT_CAN_REMOVE" val="n"/>
  <p:tag name="KSO_WM_UNIT_ISCONTENTSTITLE" val="0"/>
  <p:tag name="KSO_WM_UNIT_ISNUMDGMTITLE" val="0"/>
  <p:tag name="KSO_WM_UNIT_NOCLEAR" val="0"/>
  <p:tag name="KSO_WM_UNIT_VALUE" val="19"/>
  <p:tag name="KSO_WM_UNIT_HIGHLIGHT" val="0"/>
  <p:tag name="KSO_WM_UNIT_COMPATIBLE" val="0"/>
  <p:tag name="KSO_WM_UNIT_DIAGRAM_ISNUMVISUAL" val="0"/>
  <p:tag name="KSO_WM_UNIT_DIAGRAM_ISREFERUNIT" val="0"/>
  <p:tag name="KSO_WM_DIAGRAM_GROUP_CODE" val="l1-1"/>
  <p:tag name="KSO_WM_UNIT_TYPE" val="l_h_a"/>
  <p:tag name="KSO_WM_UNIT_INDEX" val="1_2_1"/>
  <p:tag name="KSO_WM_UNIT_ID" val="diagram20237916_2*l_h_a*1_2_1"/>
  <p:tag name="KSO_WM_TEMPLATE_CATEGORY" val="diagram"/>
  <p:tag name="KSO_WM_TEMPLATE_INDEX" val="20237916"/>
  <p:tag name="KSO_WM_UNIT_LAYERLEVEL" val="1_1_1"/>
  <p:tag name="KSO_WM_TAG_VERSION" val="3.0"/>
  <p:tag name="KSO_WM_BEAUTIFY_FLAG" val="#wm#"/>
  <p:tag name="KSO_WM_UNIT_TEXT_FILL_FORE_SCHEMECOLOR_INDEX" val="1"/>
  <p:tag name="KSO_WM_UNIT_TEXT_FILL_TYPE" val="1"/>
  <p:tag name="KSO_WM_UNIT_PRESET_TEXT" val="Your title here"/>
  <p:tag name="KSO_WM_UNIT_USESOURCEFORMAT_APPLY" val="1"/>
</p:tagLst>
</file>

<file path=ppt/tags/tag14.xml><?xml version="1.0" encoding="utf-8"?>
<p:tagLst xmlns:p="http://schemas.openxmlformats.org/presentationml/2006/main">
  <p:tag name="KSO_WM_DIAGRAM_MAX_ITEMCNT" val="5"/>
  <p:tag name="KSO_WM_DIAGRAM_MIN_ITEMCNT" val="2"/>
  <p:tag name="KSO_WM_DIAGRAM_VIRTUALLY_FRAME" val="{&quot;height&quot;:402.5,&quot;width&quot;:348.8500671386719}"/>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VERSION" val="3"/>
  <p:tag name="KSO_WM_DIAGRAM_COLOR_TRICK" val="1"/>
  <p:tag name="KSO_WM_DIAGRAM_COLOR_TEXT_CAN_REMOVE" val="n"/>
  <p:tag name="KSO_WM_UNIT_SUBTYPE" val="a"/>
  <p:tag name="KSO_WM_UNIT_NOCLEAR" val="0"/>
  <p:tag name="KSO_WM_UNIT_VALUE" val="48"/>
  <p:tag name="KSO_WM_UNIT_HIGHLIGHT" val="0"/>
  <p:tag name="KSO_WM_UNIT_COMPATIBLE" val="0"/>
  <p:tag name="KSO_WM_UNIT_DIAGRAM_ISNUMVISUAL" val="0"/>
  <p:tag name="KSO_WM_UNIT_DIAGRAM_ISREFERUNIT" val="0"/>
  <p:tag name="KSO_WM_DIAGRAM_GROUP_CODE" val="l1-1"/>
  <p:tag name="KSO_WM_UNIT_TYPE" val="l_h_f"/>
  <p:tag name="KSO_WM_UNIT_INDEX" val="1_2_1"/>
  <p:tag name="KSO_WM_UNIT_ID" val="diagram20237916_2*l_h_f*1_2_1"/>
  <p:tag name="KSO_WM_TEMPLATE_CATEGORY" val="diagram"/>
  <p:tag name="KSO_WM_TEMPLATE_INDEX" val="20237916"/>
  <p:tag name="KSO_WM_UNIT_LAYERLEVEL" val="1_1_1"/>
  <p:tag name="KSO_WM_TAG_VERSION" val="3.0"/>
  <p:tag name="KSO_WM_BEAUTIFY_FLAG" val="#wm#"/>
  <p:tag name="KSO_WM_UNIT_TEXT_FILL_FORE_SCHEMECOLOR_INDEX" val="1"/>
  <p:tag name="KSO_WM_UNIT_TEXT_FILL_TYPE" val="1"/>
  <p:tag name="KSO_WM_UNIT_PRESET_TEXT" val="Presentations are communication tools that can be used as demonstrations."/>
  <p:tag name="KSO_WM_UNIT_USESOURCEFORMAT_APPLY" val="1"/>
</p:tagLst>
</file>

<file path=ppt/tags/tag15.xml><?xml version="1.0" encoding="utf-8"?>
<p:tagLst xmlns:p="http://schemas.openxmlformats.org/presentationml/2006/main">
  <p:tag name="KSO_WM_DIAGRAM_MAX_ITEMCNT" val="5"/>
  <p:tag name="KSO_WM_DIAGRAM_MIN_ITEMCNT" val="2"/>
  <p:tag name="KSO_WM_DIAGRAM_VIRTUALLY_FRAME" val="{&quot;height&quot;:402.5,&quot;width&quot;:348.8500671386719}"/>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DIAGRAM_VERSION" val="3"/>
  <p:tag name="KSO_WM_DIAGRAM_COLOR_TRICK" val="1"/>
  <p:tag name="KSO_WM_DIAGRAM_COLOR_TEXT_CAN_REMOVE" val="n"/>
  <p:tag name="KSO_WM_UNIT_ISCONTENTSTITLE" val="0"/>
  <p:tag name="KSO_WM_UNIT_ISNUMDGMTITLE" val="0"/>
  <p:tag name="KSO_WM_UNIT_NOCLEAR" val="0"/>
  <p:tag name="KSO_WM_UNIT_VALUE" val="19"/>
  <p:tag name="KSO_WM_UNIT_HIGHLIGHT" val="0"/>
  <p:tag name="KSO_WM_UNIT_COMPATIBLE" val="0"/>
  <p:tag name="KSO_WM_UNIT_DIAGRAM_ISNUMVISUAL" val="0"/>
  <p:tag name="KSO_WM_UNIT_DIAGRAM_ISREFERUNIT" val="0"/>
  <p:tag name="KSO_WM_DIAGRAM_GROUP_CODE" val="l1-1"/>
  <p:tag name="KSO_WM_UNIT_TYPE" val="l_h_a"/>
  <p:tag name="KSO_WM_UNIT_INDEX" val="1_1_1"/>
  <p:tag name="KSO_WM_UNIT_ID" val="diagram20237916_2*l_h_a*1_1_1"/>
  <p:tag name="KSO_WM_TEMPLATE_CATEGORY" val="diagram"/>
  <p:tag name="KSO_WM_TEMPLATE_INDEX" val="20237916"/>
  <p:tag name="KSO_WM_UNIT_LAYERLEVEL" val="1_1_1"/>
  <p:tag name="KSO_WM_TAG_VERSION" val="3.0"/>
  <p:tag name="KSO_WM_BEAUTIFY_FLAG" val="#wm#"/>
  <p:tag name="KSO_WM_UNIT_TEXT_FILL_FORE_SCHEMECOLOR_INDEX" val="1"/>
  <p:tag name="KSO_WM_UNIT_TEXT_FILL_TYPE" val="1"/>
  <p:tag name="KSO_WM_UNIT_PRESET_TEXT" val="Your title here"/>
  <p:tag name="KSO_WM_UNIT_USESOURCEFORMAT_APPLY" val="1"/>
</p:tagLst>
</file>

<file path=ppt/tags/tag16.xml><?xml version="1.0" encoding="utf-8"?>
<p:tagLst xmlns:p="http://schemas.openxmlformats.org/presentationml/2006/main">
  <p:tag name="KSO_WM_DIAGRAM_MAX_ITEMCNT" val="5"/>
  <p:tag name="KSO_WM_DIAGRAM_MIN_ITEMCNT" val="2"/>
  <p:tag name="KSO_WM_DIAGRAM_VIRTUALLY_FRAME" val="{&quot;height&quot;:402.5,&quot;width&quot;:348.8500671386719}"/>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VERSION" val="3"/>
  <p:tag name="KSO_WM_DIAGRAM_COLOR_TRICK" val="1"/>
  <p:tag name="KSO_WM_DIAGRAM_COLOR_TEXT_CAN_REMOVE" val="n"/>
  <p:tag name="KSO_WM_UNIT_SUBTYPE" val="a"/>
  <p:tag name="KSO_WM_UNIT_NOCLEAR" val="0"/>
  <p:tag name="KSO_WM_UNIT_VALUE" val="48"/>
  <p:tag name="KSO_WM_UNIT_HIGHLIGHT" val="0"/>
  <p:tag name="KSO_WM_UNIT_COMPATIBLE" val="0"/>
  <p:tag name="KSO_WM_UNIT_DIAGRAM_ISNUMVISUAL" val="0"/>
  <p:tag name="KSO_WM_UNIT_DIAGRAM_ISREFERUNIT" val="0"/>
  <p:tag name="KSO_WM_DIAGRAM_GROUP_CODE" val="l1-1"/>
  <p:tag name="KSO_WM_UNIT_TYPE" val="l_h_f"/>
  <p:tag name="KSO_WM_UNIT_INDEX" val="1_1_1"/>
  <p:tag name="KSO_WM_UNIT_ID" val="diagram20237916_2*l_h_f*1_1_1"/>
  <p:tag name="KSO_WM_TEMPLATE_CATEGORY" val="diagram"/>
  <p:tag name="KSO_WM_TEMPLATE_INDEX" val="20237916"/>
  <p:tag name="KSO_WM_UNIT_LAYERLEVEL" val="1_1_1"/>
  <p:tag name="KSO_WM_TAG_VERSION" val="3.0"/>
  <p:tag name="KSO_WM_BEAUTIFY_FLAG" val="#wm#"/>
  <p:tag name="KSO_WM_UNIT_TEXT_FILL_FORE_SCHEMECOLOR_INDEX" val="1"/>
  <p:tag name="KSO_WM_UNIT_TEXT_FILL_TYPE" val="1"/>
  <p:tag name="KSO_WM_UNIT_PRESET_TEXT" val="Presentations are communication tools that can be used as demonstrations."/>
  <p:tag name="KSO_WM_UNIT_USESOURCEFORMAT_APPLY" val="1"/>
</p:tagLst>
</file>

<file path=ppt/tags/tag17.xml><?xml version="1.0" encoding="utf-8"?>
<p:tagLst xmlns:p="http://schemas.openxmlformats.org/presentationml/2006/main">
  <p:tag name="KSO_WM_SLIDE_ID" val="custom20238206_1"/>
  <p:tag name="KSO_WM_TEMPLATE_SUBCATEGORY" val="0"/>
  <p:tag name="KSO_WM_TEMPLATE_MASTER_TYPE" val="0"/>
  <p:tag name="KSO_WM_TEMPLATE_COLOR_TYPE" val="0"/>
  <p:tag name="KSO_WM_SLIDE_ITEM_CNT" val="3"/>
  <p:tag name="KSO_WM_SLIDE_INDEX" val="1"/>
  <p:tag name="KSO_WM_TAG_VERSION" val="3.0"/>
  <p:tag name="KSO_WM_BEAUTIFY_FLAG" val="#wm#"/>
  <p:tag name="KSO_WM_TEMPLATE_CATEGORY" val="custom"/>
  <p:tag name="KSO_WM_TEMPLATE_INDEX" val="20238206"/>
  <p:tag name="KSO_WM_SLIDE_TYPE" val="text"/>
  <p:tag name="KSO_WM_SLIDE_SUBTYPE" val="picTxt"/>
  <p:tag name="KSO_WM_SLIDE_SIZE" val="348.85*242.3"/>
  <p:tag name="KSO_WM_SLIDE_POSITION" val="78.2*225.15"/>
  <p:tag name="KSO_WM_SLIDE_LAYOUT" val="a_d_l"/>
  <p:tag name="KSO_WM_SLIDE_LAYOUT_CNT" val="1_1_1"/>
  <p:tag name="KSO_WM_SPECIAL_SOURCE" val="bdnull"/>
  <p:tag name="KSO_WM_DIAGRAM_GROUP_CODE" val="l1-1"/>
  <p:tag name="KSO_WM_SLIDE_DIAGTYPE" val="l"/>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7502</Words>
  <Application>WPS Presentation</Application>
  <PresentationFormat>On-screen Show (4:3)</PresentationFormat>
  <Paragraphs>249</Paragraphs>
  <Slides>33</Slides>
  <Notes>0</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33</vt:i4>
      </vt:variant>
    </vt:vector>
  </HeadingPairs>
  <TitlesOfParts>
    <vt:vector size="42" baseType="lpstr">
      <vt:lpstr>Arial</vt:lpstr>
      <vt:lpstr>SimSun</vt:lpstr>
      <vt:lpstr>Wingdings</vt:lpstr>
      <vt:lpstr>Calibri</vt:lpstr>
      <vt:lpstr>Microsoft YaHei</vt:lpstr>
      <vt:lpstr>Arial Unicode MS</vt:lpstr>
      <vt:lpstr>Times New Roman</vt:lpstr>
      <vt:lpstr>Wingdings</vt:lpstr>
      <vt:lpstr>Office Theme</vt:lpstr>
      <vt:lpstr>SOFTWARE DESIGN AND ARCHITECTURE</vt:lpstr>
      <vt:lpstr>Review</vt:lpstr>
      <vt:lpstr>Outline </vt:lpstr>
      <vt:lpstr>CRC Cards </vt:lpstr>
      <vt:lpstr>CRC Cards</vt:lpstr>
      <vt:lpstr>Responsibilities and Collaborations</vt:lpstr>
      <vt:lpstr>CRC Model</vt:lpstr>
      <vt:lpstr>Perform The Iterative Steps of CRC Modeling</vt:lpstr>
      <vt:lpstr>Perform The Iterative Steps of CRC Modeling</vt:lpstr>
      <vt:lpstr>Perform The Iterative Steps of CRC Modeling</vt:lpstr>
      <vt:lpstr>PowerPoint 演示文稿</vt:lpstr>
      <vt:lpstr>PowerPoint 演示文稿</vt:lpstr>
      <vt:lpstr>PowerPoint 演示文稿</vt:lpstr>
      <vt:lpstr>Creating CRC Model</vt:lpstr>
      <vt:lpstr>CRC Team</vt:lpstr>
      <vt:lpstr>Room preparation</vt:lpstr>
      <vt:lpstr>Brainstorming</vt:lpstr>
      <vt:lpstr>Brainstorming (cont…)</vt:lpstr>
      <vt:lpstr>Explain the CRC Modeling Technique</vt:lpstr>
      <vt:lpstr>PowerPoint 演示文稿</vt:lpstr>
      <vt:lpstr>Perform Use-Case Scenario Testing</vt:lpstr>
      <vt:lpstr>How CRC Modeling Fits in?</vt:lpstr>
      <vt:lpstr>CRC Modeling Tips and Techniques</vt:lpstr>
      <vt:lpstr>Advantages of CRC Modeling</vt:lpstr>
      <vt:lpstr>Disadvantages of CRC Modeling</vt:lpstr>
      <vt:lpstr>PowerPoint 演示文稿</vt:lpstr>
      <vt:lpstr>PowerPoint 演示文稿</vt:lpstr>
      <vt:lpstr>PowerPoint 演示文稿</vt:lpstr>
      <vt:lpstr>PowerPoint 演示文稿</vt:lpstr>
      <vt:lpstr>PowerPoint 演示文稿</vt:lpstr>
      <vt:lpstr>PowerPoint 演示文稿</vt:lpstr>
      <vt:lpstr>Reference</vt:lpstr>
      <vt:lpstr>Summary</vt:lpstr>
    </vt:vector>
  </TitlesOfParts>
  <Company>Hewlett-Packard</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Shehla</dc:creator>
  <cp:lastModifiedBy>spy khan</cp:lastModifiedBy>
  <cp:revision>201</cp:revision>
  <dcterms:created xsi:type="dcterms:W3CDTF">2015-07-31T14:09:00Z</dcterms:created>
  <dcterms:modified xsi:type="dcterms:W3CDTF">2024-11-17T09:16:02Z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63046DE4EF684EABB1145B07A63188B0_12</vt:lpwstr>
  </property>
  <property fmtid="{D5CDD505-2E9C-101B-9397-08002B2CF9AE}" pid="3" name="KSOProductBuildVer">
    <vt:lpwstr>1033-12.2.0.18911</vt:lpwstr>
  </property>
</Properties>
</file>