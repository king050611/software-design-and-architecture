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320" r:id="rId2"/>
    <p:sldId id="390" r:id="rId3"/>
    <p:sldId id="425" r:id="rId4"/>
    <p:sldId id="376" r:id="rId5"/>
    <p:sldId id="436" r:id="rId6"/>
    <p:sldId id="437" r:id="rId7"/>
    <p:sldId id="438" r:id="rId8"/>
    <p:sldId id="428" r:id="rId9"/>
    <p:sldId id="427" r:id="rId10"/>
    <p:sldId id="439" r:id="rId11"/>
    <p:sldId id="429" r:id="rId12"/>
    <p:sldId id="431" r:id="rId13"/>
    <p:sldId id="440" r:id="rId14"/>
    <p:sldId id="441" r:id="rId15"/>
    <p:sldId id="442" r:id="rId16"/>
    <p:sldId id="443" r:id="rId17"/>
    <p:sldId id="432" r:id="rId18"/>
    <p:sldId id="444" r:id="rId19"/>
    <p:sldId id="445" r:id="rId20"/>
    <p:sldId id="446" r:id="rId21"/>
    <p:sldId id="433" r:id="rId22"/>
    <p:sldId id="434" r:id="rId23"/>
    <p:sldId id="32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0D3D8-FE8C-4948-89FA-4A31366A4612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87A72-AE6E-4F97-A386-96D2D976BC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40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4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76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8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8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5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2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1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1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3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3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SOFTWARE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INSTRUCTOR : 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1D1F1-694E-E246-DFBE-C07F9A72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42734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Flow Architectures</a:t>
            </a:r>
          </a:p>
          <a:p>
            <a:pPr lvl="1"/>
            <a:r>
              <a:rPr lang="en-US" dirty="0"/>
              <a:t>Batch Sequential</a:t>
            </a:r>
          </a:p>
          <a:p>
            <a:pPr lvl="1"/>
            <a:r>
              <a:rPr lang="en-US" dirty="0"/>
              <a:t>Pipe and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Data Software Architectures</a:t>
            </a:r>
          </a:p>
          <a:p>
            <a:pPr lvl="1"/>
            <a:r>
              <a:rPr lang="en-US" dirty="0"/>
              <a:t>Central Repository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Shared data Software Architecture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Shared Data Software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Data-centered software architecture is characterized by a centralized data store that is shared by all surrounding software components.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software system is decomposed into two major partitions: data store and independent software component or agents.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Shared Data 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connections between the data module and the software components are implemented either by explicit method invocation or by implicit method invocation.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Shared Data 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 pure data-centered software architecture, the software components don't communicate with each other directly; instead, all the communication is conducted via the data store.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shared data module provides all mechanisms for software components to access it, such as insertion, deletion, update, and retrieval.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Shared Data: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zh-TW" sz="3600" dirty="0">
                <a:solidFill>
                  <a:schemeClr val="tx1"/>
                </a:solidFill>
                <a:ea typeface="新細明體" pitchFamily="18" charset="-120"/>
              </a:rPr>
              <a:t>The high level design solution is based on a shared data-store which acts as the “central command” with 2 variations:</a:t>
            </a:r>
          </a:p>
          <a:p>
            <a:pPr lvl="1" algn="just">
              <a:lnSpc>
                <a:spcPct val="90000"/>
              </a:lnSpc>
            </a:pPr>
            <a:endParaRPr lang="en-US" altLang="zh-TW" sz="3200" dirty="0">
              <a:solidFill>
                <a:schemeClr val="tx1"/>
              </a:solidFill>
              <a:ea typeface="新細明體" pitchFamily="18" charset="-120"/>
            </a:endParaRPr>
          </a:p>
          <a:p>
            <a:pPr algn="just">
              <a:lnSpc>
                <a:spcPct val="90000"/>
              </a:lnSpc>
            </a:pPr>
            <a:r>
              <a:rPr lang="en-US" altLang="zh-TW" dirty="0">
                <a:solidFill>
                  <a:schemeClr val="tx1"/>
                </a:solidFill>
                <a:ea typeface="新細明體" pitchFamily="18" charset="-120"/>
              </a:rPr>
              <a:t>Blackboard style</a:t>
            </a:r>
          </a:p>
          <a:p>
            <a:pPr algn="just">
              <a:lnSpc>
                <a:spcPct val="90000"/>
              </a:lnSpc>
            </a:pPr>
            <a:r>
              <a:rPr lang="en-US" altLang="zh-TW" dirty="0">
                <a:solidFill>
                  <a:schemeClr val="tx1"/>
                </a:solidFill>
                <a:ea typeface="新細明體" pitchFamily="18" charset="-120"/>
              </a:rPr>
              <a:t>Repository style </a:t>
            </a:r>
          </a:p>
        </p:txBody>
      </p:sp>
    </p:spTree>
    <p:extLst>
      <p:ext uri="{BB962C8B-B14F-4D97-AF65-F5344CB8AC3E}">
        <p14:creationId xmlns:p14="http://schemas.microsoft.com/office/powerpoint/2010/main" val="100002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repository architecture style is a data-centered architecture that supports user interaction for data processing.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software component agents of the data store control the computation and flow of logic of the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37361"/>
            <a:ext cx="8229600" cy="313943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All data in a system is managed in a central repository that is accessible to all system components.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Components do not interact directly, only through the repository.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4876800" y="4572000"/>
            <a:ext cx="1447800" cy="7620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sz="1600" b="1" dirty="0">
                <a:ea typeface="新細明體" pitchFamily="18" charset="-120"/>
              </a:rPr>
              <a:t>Patient</a:t>
            </a:r>
          </a:p>
          <a:p>
            <a:pPr algn="ctr"/>
            <a:r>
              <a:rPr lang="en-US" altLang="zh-TW" sz="1600" b="1" dirty="0">
                <a:ea typeface="新細明體" pitchFamily="18" charset="-120"/>
              </a:rPr>
              <a:t>database</a:t>
            </a:r>
            <a:endParaRPr lang="en-US" sz="1600" b="1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819400" y="4114800"/>
            <a:ext cx="1600200" cy="609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dirty="0">
                <a:ea typeface="新細明體" pitchFamily="18" charset="-120"/>
              </a:rPr>
              <a:t>physician</a:t>
            </a:r>
          </a:p>
          <a:p>
            <a:pPr algn="ctr"/>
            <a:r>
              <a:rPr lang="en-US" altLang="zh-TW" dirty="0">
                <a:ea typeface="新細明體" pitchFamily="18" charset="-120"/>
              </a:rPr>
              <a:t>diagnosis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819400" y="5334000"/>
            <a:ext cx="1752600" cy="533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>
                <a:ea typeface="新細明體" pitchFamily="18" charset="-120"/>
              </a:rPr>
              <a:t>pharmacy &amp;</a:t>
            </a:r>
          </a:p>
          <a:p>
            <a:pPr algn="ctr"/>
            <a:r>
              <a:rPr lang="en-US" altLang="zh-TW">
                <a:ea typeface="新細明體" pitchFamily="18" charset="-120"/>
              </a:rPr>
              <a:t>drug processing </a:t>
            </a:r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553200" y="3886200"/>
            <a:ext cx="1752600" cy="533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>
                <a:ea typeface="新細明體" pitchFamily="18" charset="-120"/>
              </a:rPr>
              <a:t>Lab testing </a:t>
            </a:r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5029200"/>
            <a:ext cx="1752600" cy="533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>
                <a:ea typeface="新細明體" pitchFamily="18" charset="-120"/>
              </a:rPr>
              <a:t>accounting</a:t>
            </a:r>
          </a:p>
          <a:p>
            <a:pPr algn="ctr"/>
            <a:r>
              <a:rPr lang="en-US" altLang="zh-TW">
                <a:ea typeface="新細明體" pitchFamily="18" charset="-120"/>
              </a:rPr>
              <a:t>&amp; administration </a:t>
            </a:r>
            <a:endParaRPr 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4419600" y="4572000"/>
            <a:ext cx="457200" cy="228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6324600" y="4419600"/>
            <a:ext cx="381000" cy="3810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6248400" y="5257800"/>
            <a:ext cx="533400" cy="76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4572000" y="5334000"/>
            <a:ext cx="381000" cy="3048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Organizing tools around a repository is an efficient way to share large amounts of data.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There is no need to transmit data explicitly from one component to another.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However, components must operate around an agreed repository data model.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Inevitably, this is a compromise between the specific needs of each tool and it may be difficult or impossible to integrate new components if their data models do not fit the agreed schema.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Although it is possible to distribute a logically centralized repository, there may be problems with data redundancy and inconsistency.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In practice, it may be difficult to distribute the repository over a number of machines.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</a:t>
            </a:r>
            <a:r>
              <a:rPr lang="en-US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220979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general picture of the repository architecture.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dashed lines pointing toward repository indicate that repository clients have full control over the logic flow.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2474" t="41667" r="38287" b="13542"/>
          <a:stretch>
            <a:fillRect/>
          </a:stretch>
        </p:blipFill>
        <p:spPr bwMode="auto">
          <a:xfrm>
            <a:off x="4031530" y="3328014"/>
            <a:ext cx="4655270" cy="2865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Repository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103" y="1768068"/>
            <a:ext cx="8382000" cy="24383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Clients can get data from the data store and put data in the data store.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clients may have different interfaces and different data access privileges.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2474" t="41667" r="38287" b="13542"/>
          <a:stretch>
            <a:fillRect/>
          </a:stretch>
        </p:blipFill>
        <p:spPr bwMode="auto">
          <a:xfrm>
            <a:off x="4114799" y="3182168"/>
            <a:ext cx="4540155" cy="291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Integrated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 l="12299" t="21680" r="15081" b="30623"/>
          <a:stretch>
            <a:fillRect/>
          </a:stretch>
        </p:blipFill>
        <p:spPr bwMode="auto">
          <a:xfrm>
            <a:off x="777240" y="2438400"/>
            <a:ext cx="783336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779" y="1818452"/>
            <a:ext cx="8229600" cy="838199"/>
          </a:xfrm>
        </p:spPr>
        <p:txBody>
          <a:bodyPr>
            <a:normAutofit/>
          </a:bodyPr>
          <a:lstStyle/>
          <a:p>
            <a:r>
              <a:rPr lang="en-US" dirty="0"/>
              <a:t>There are many CASE tools surrounding the data store 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40" t="31250" r="29722" b="14584"/>
          <a:stretch>
            <a:fillRect/>
          </a:stretch>
        </p:blipFill>
        <p:spPr bwMode="auto">
          <a:xfrm>
            <a:off x="1828800" y="2220150"/>
            <a:ext cx="6172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user of CASE tools can draw a UML design diagram such as a class diagram, collaboration diagram, or sequence diagram, and store the design blueprints in the CASE data store. </a:t>
            </a:r>
          </a:p>
          <a:p>
            <a:endParaRPr lang="en-US" dirty="0"/>
          </a:p>
          <a:p>
            <a:r>
              <a:rPr lang="en-US" dirty="0"/>
              <a:t>The biggest advantage of CASE tools is its centralized data with many supporting software tools which can generate different products for different purposes based on the same set of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Applicable domains of repository architecture: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Suitable for large, complex information systems where many software component clients need to access them in different ways</a:t>
            </a:r>
          </a:p>
          <a:p>
            <a:r>
              <a:rPr lang="en-US" dirty="0"/>
              <a:t>Requires data transactions to drive the control flow of computation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Components can be independent—they do not need to know of the existence of other components.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Changes made by one component can be propagated to all components.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All data can be managed consistently (e.g., backups done at the same time) as it is all in one place.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Disadvantages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repository is a single point of failure so problems in the repository affect the whole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May be inefficiencies in organizing all communication through the repository.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Distributing the repository across several computers may be difficult.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Data Software Architectures</a:t>
            </a:r>
          </a:p>
          <a:p>
            <a:pPr lvl="1"/>
            <a:r>
              <a:rPr lang="en-US" dirty="0"/>
              <a:t>Central Repository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1272</TotalTime>
  <Words>675</Words>
  <Application>Microsoft Office PowerPoint</Application>
  <PresentationFormat>On-screen Show (4:3)</PresentationFormat>
  <Paragraphs>83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新細明體</vt:lpstr>
      <vt:lpstr>Arial</vt:lpstr>
      <vt:lpstr>Calibri</vt:lpstr>
      <vt:lpstr>Calibri Light</vt:lpstr>
      <vt:lpstr>Retrospect</vt:lpstr>
      <vt:lpstr>SOFTWARE DESIGN AND ARCHITECTURE</vt:lpstr>
      <vt:lpstr>Review</vt:lpstr>
      <vt:lpstr>Outline</vt:lpstr>
      <vt:lpstr>Shared data Software Architecture </vt:lpstr>
      <vt:lpstr>Shared Data Software Architecture</vt:lpstr>
      <vt:lpstr>Shared Data Software Architecture</vt:lpstr>
      <vt:lpstr>Shared Data Software Architecture</vt:lpstr>
      <vt:lpstr>Shared Data:</vt:lpstr>
      <vt:lpstr>Repository architecture</vt:lpstr>
      <vt:lpstr>Repository Architecture</vt:lpstr>
      <vt:lpstr>Repository architecture</vt:lpstr>
      <vt:lpstr>Repository architecture</vt:lpstr>
      <vt:lpstr>Repository architecture</vt:lpstr>
      <vt:lpstr>Repository architecture</vt:lpstr>
      <vt:lpstr>Repository Architecture</vt:lpstr>
      <vt:lpstr>Repository Architecture</vt:lpstr>
      <vt:lpstr>Example: Integrated Development Environment</vt:lpstr>
      <vt:lpstr>CASE Tools</vt:lpstr>
      <vt:lpstr>CASE tools</vt:lpstr>
      <vt:lpstr>Applicable domains of repository architecture:</vt:lpstr>
      <vt:lpstr>Advantages</vt:lpstr>
      <vt:lpstr>Disadvantages 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113</cp:revision>
  <dcterms:created xsi:type="dcterms:W3CDTF">2015-07-31T14:09:29Z</dcterms:created>
  <dcterms:modified xsi:type="dcterms:W3CDTF">2024-10-20T15:59:17Z</dcterms:modified>
</cp:coreProperties>
</file>